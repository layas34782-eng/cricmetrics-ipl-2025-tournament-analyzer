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ya Shree" userId="cab98ac6c7676c91" providerId="LiveId" clId="{E137DBED-9450-4425-8996-88FE508C128F}"/>
    <pc:docChg chg="undo custSel addSld modSld modMainMaster">
      <pc:chgData name="Laya Shree" userId="cab98ac6c7676c91" providerId="LiveId" clId="{E137DBED-9450-4425-8996-88FE508C128F}" dt="2026-02-15T08:00:52.603" v="1225"/>
      <pc:docMkLst>
        <pc:docMk/>
      </pc:docMkLst>
      <pc:sldChg chg="modSp mod modTransition setBg modAnim">
        <pc:chgData name="Laya Shree" userId="cab98ac6c7676c91" providerId="LiveId" clId="{E137DBED-9450-4425-8996-88FE508C128F}" dt="2026-02-15T07:51:27.352" v="1212" actId="20577"/>
        <pc:sldMkLst>
          <pc:docMk/>
          <pc:sldMk cId="3230121499" sldId="256"/>
        </pc:sldMkLst>
        <pc:spChg chg="mod">
          <ac:chgData name="Laya Shree" userId="cab98ac6c7676c91" providerId="LiveId" clId="{E137DBED-9450-4425-8996-88FE508C128F}" dt="2026-02-15T07:51:27.352" v="1212" actId="20577"/>
          <ac:spMkLst>
            <pc:docMk/>
            <pc:sldMk cId="3230121499" sldId="256"/>
            <ac:spMk id="4" creationId="{31C8CD57-7240-D43A-3E29-B7AAE7852091}"/>
          </ac:spMkLst>
        </pc:spChg>
      </pc:sldChg>
      <pc:sldChg chg="modSp mod modTransition modAnim">
        <pc:chgData name="Laya Shree" userId="cab98ac6c7676c91" providerId="LiveId" clId="{E137DBED-9450-4425-8996-88FE508C128F}" dt="2026-02-13T06:39:36.319" v="1106"/>
        <pc:sldMkLst>
          <pc:docMk/>
          <pc:sldMk cId="2439555624" sldId="257"/>
        </pc:sldMkLst>
        <pc:spChg chg="mod">
          <ac:chgData name="Laya Shree" userId="cab98ac6c7676c91" providerId="LiveId" clId="{E137DBED-9450-4425-8996-88FE508C128F}" dt="2026-02-13T03:08:58.556" v="69" actId="207"/>
          <ac:spMkLst>
            <pc:docMk/>
            <pc:sldMk cId="2439555624" sldId="257"/>
            <ac:spMk id="2" creationId="{9CD6AB6F-3A1B-3208-0857-328C3D6B960D}"/>
          </ac:spMkLst>
        </pc:spChg>
        <pc:spChg chg="mod">
          <ac:chgData name="Laya Shree" userId="cab98ac6c7676c91" providerId="LiveId" clId="{E137DBED-9450-4425-8996-88FE508C128F}" dt="2026-02-13T03:09:10.431" v="70" actId="207"/>
          <ac:spMkLst>
            <pc:docMk/>
            <pc:sldMk cId="2439555624" sldId="257"/>
            <ac:spMk id="4" creationId="{8E262637-34B1-BE15-5533-7FB30D14C0BB}"/>
          </ac:spMkLst>
        </pc:spChg>
      </pc:sldChg>
      <pc:sldChg chg="addSp delSp modSp mod modTransition modAnim">
        <pc:chgData name="Laya Shree" userId="cab98ac6c7676c91" providerId="LiveId" clId="{E137DBED-9450-4425-8996-88FE508C128F}" dt="2026-02-15T08:00:52.603" v="1225"/>
        <pc:sldMkLst>
          <pc:docMk/>
          <pc:sldMk cId="1147782552" sldId="258"/>
        </pc:sldMkLst>
        <pc:spChg chg="mod">
          <ac:chgData name="Laya Shree" userId="cab98ac6c7676c91" providerId="LiveId" clId="{E137DBED-9450-4425-8996-88FE508C128F}" dt="2026-02-13T04:36:14.543" v="212" actId="1076"/>
          <ac:spMkLst>
            <pc:docMk/>
            <pc:sldMk cId="1147782552" sldId="258"/>
            <ac:spMk id="2" creationId="{ACF4938F-4565-CE8B-CDCA-C8DC7CF78DA7}"/>
          </ac:spMkLst>
        </pc:spChg>
        <pc:spChg chg="add mod">
          <ac:chgData name="Laya Shree" userId="cab98ac6c7676c91" providerId="LiveId" clId="{E137DBED-9450-4425-8996-88FE508C128F}" dt="2026-02-13T04:40:29.795" v="240" actId="207"/>
          <ac:spMkLst>
            <pc:docMk/>
            <pc:sldMk cId="1147782552" sldId="258"/>
            <ac:spMk id="3" creationId="{F89CA766-F022-3964-BB59-AA6F2AEC5C89}"/>
          </ac:spMkLst>
        </pc:spChg>
        <pc:spChg chg="mod">
          <ac:chgData name="Laya Shree" userId="cab98ac6c7676c91" providerId="LiveId" clId="{E137DBED-9450-4425-8996-88FE508C128F}" dt="2026-02-13T04:36:19.300" v="213" actId="1076"/>
          <ac:spMkLst>
            <pc:docMk/>
            <pc:sldMk cId="1147782552" sldId="258"/>
            <ac:spMk id="4" creationId="{9F6C90A9-ACC9-EACC-8342-BB5068B005F5}"/>
          </ac:spMkLst>
        </pc:spChg>
        <pc:spChg chg="add del mod">
          <ac:chgData name="Laya Shree" userId="cab98ac6c7676c91" providerId="LiveId" clId="{E137DBED-9450-4425-8996-88FE508C128F}" dt="2026-02-13T04:40:58.027" v="247" actId="207"/>
          <ac:spMkLst>
            <pc:docMk/>
            <pc:sldMk cId="1147782552" sldId="258"/>
            <ac:spMk id="5" creationId="{22787B46-6B39-E95C-9F2B-E14E58AB2137}"/>
          </ac:spMkLst>
        </pc:spChg>
        <pc:spChg chg="add mod">
          <ac:chgData name="Laya Shree" userId="cab98ac6c7676c91" providerId="LiveId" clId="{E137DBED-9450-4425-8996-88FE508C128F}" dt="2026-02-13T04:41:21.719" v="255" actId="207"/>
          <ac:spMkLst>
            <pc:docMk/>
            <pc:sldMk cId="1147782552" sldId="258"/>
            <ac:spMk id="6" creationId="{D867B29F-574F-E01B-A0F9-43AA05F51381}"/>
          </ac:spMkLst>
        </pc:spChg>
        <pc:spChg chg="add mod">
          <ac:chgData name="Laya Shree" userId="cab98ac6c7676c91" providerId="LiveId" clId="{E137DBED-9450-4425-8996-88FE508C128F}" dt="2026-02-13T04:41:41.826" v="260" actId="207"/>
          <ac:spMkLst>
            <pc:docMk/>
            <pc:sldMk cId="1147782552" sldId="258"/>
            <ac:spMk id="7" creationId="{B852A2E4-731D-9A62-FCFA-50C101D41090}"/>
          </ac:spMkLst>
        </pc:spChg>
        <pc:picChg chg="add mod">
          <ac:chgData name="Laya Shree" userId="cab98ac6c7676c91" providerId="LiveId" clId="{E137DBED-9450-4425-8996-88FE508C128F}" dt="2026-02-15T08:00:50.365" v="1224" actId="14100"/>
          <ac:picMkLst>
            <pc:docMk/>
            <pc:sldMk cId="1147782552" sldId="258"/>
            <ac:picMk id="8" creationId="{29CFFEA7-F434-01A0-C085-BA68892A00C8}"/>
          </ac:picMkLst>
        </pc:picChg>
      </pc:sldChg>
      <pc:sldChg chg="addSp delSp modSp new mod modTransition modAnim">
        <pc:chgData name="Laya Shree" userId="cab98ac6c7676c91" providerId="LiveId" clId="{E137DBED-9450-4425-8996-88FE508C128F}" dt="2026-02-13T06:41:30.786" v="1126"/>
        <pc:sldMkLst>
          <pc:docMk/>
          <pc:sldMk cId="1497958275" sldId="259"/>
        </pc:sldMkLst>
        <pc:spChg chg="mod">
          <ac:chgData name="Laya Shree" userId="cab98ac6c7676c91" providerId="LiveId" clId="{E137DBED-9450-4425-8996-88FE508C128F}" dt="2026-02-13T04:57:01.375" v="387" actId="115"/>
          <ac:spMkLst>
            <pc:docMk/>
            <pc:sldMk cId="1497958275" sldId="259"/>
            <ac:spMk id="2" creationId="{B008AB8B-DE60-077A-80EC-9ABE146257A6}"/>
          </ac:spMkLst>
        </pc:spChg>
        <pc:spChg chg="mod">
          <ac:chgData name="Laya Shree" userId="cab98ac6c7676c91" providerId="LiveId" clId="{E137DBED-9450-4425-8996-88FE508C128F}" dt="2026-02-13T04:56:36.935" v="383" actId="207"/>
          <ac:spMkLst>
            <pc:docMk/>
            <pc:sldMk cId="1497958275" sldId="259"/>
            <ac:spMk id="3" creationId="{9E54E915-9B4F-8190-286D-B1E1AF9F133E}"/>
          </ac:spMkLst>
        </pc:spChg>
        <pc:spChg chg="add mod">
          <ac:chgData name="Laya Shree" userId="cab98ac6c7676c91" providerId="LiveId" clId="{E137DBED-9450-4425-8996-88FE508C128F}" dt="2026-02-13T04:53:35.362" v="314" actId="1076"/>
          <ac:spMkLst>
            <pc:docMk/>
            <pc:sldMk cId="1497958275" sldId="259"/>
            <ac:spMk id="14" creationId="{731D6A28-DAD5-3D56-D856-A3B9BBEF84D3}"/>
          </ac:spMkLst>
        </pc:spChg>
        <pc:spChg chg="add mod">
          <ac:chgData name="Laya Shree" userId="cab98ac6c7676c91" providerId="LiveId" clId="{E137DBED-9450-4425-8996-88FE508C128F}" dt="2026-02-13T04:54:14.353" v="337" actId="20577"/>
          <ac:spMkLst>
            <pc:docMk/>
            <pc:sldMk cId="1497958275" sldId="259"/>
            <ac:spMk id="15" creationId="{AACEAD6A-1F2C-6115-76AB-5C3CEFA00BE0}"/>
          </ac:spMkLst>
        </pc:spChg>
        <pc:spChg chg="add mod">
          <ac:chgData name="Laya Shree" userId="cab98ac6c7676c91" providerId="LiveId" clId="{E137DBED-9450-4425-8996-88FE508C128F}" dt="2026-02-13T04:55:01.946" v="375" actId="14100"/>
          <ac:spMkLst>
            <pc:docMk/>
            <pc:sldMk cId="1497958275" sldId="259"/>
            <ac:spMk id="16" creationId="{AF1CB1ED-8F8C-8F9B-B15D-7F49F3B2B324}"/>
          </ac:spMkLst>
        </pc:spChg>
        <pc:picChg chg="add mod">
          <ac:chgData name="Laya Shree" userId="cab98ac6c7676c91" providerId="LiveId" clId="{E137DBED-9450-4425-8996-88FE508C128F}" dt="2026-02-13T04:52:11.253" v="282" actId="1076"/>
          <ac:picMkLst>
            <pc:docMk/>
            <pc:sldMk cId="1497958275" sldId="259"/>
            <ac:picMk id="5" creationId="{3170EB17-7D9E-668C-6E9C-0E44CABD9398}"/>
          </ac:picMkLst>
        </pc:picChg>
        <pc:picChg chg="add mod">
          <ac:chgData name="Laya Shree" userId="cab98ac6c7676c91" providerId="LiveId" clId="{E137DBED-9450-4425-8996-88FE508C128F}" dt="2026-02-13T04:52:22.375" v="284" actId="1076"/>
          <ac:picMkLst>
            <pc:docMk/>
            <pc:sldMk cId="1497958275" sldId="259"/>
            <ac:picMk id="11" creationId="{3E817DEA-8CD9-B24C-B67F-2150C9F86317}"/>
          </ac:picMkLst>
        </pc:picChg>
        <pc:picChg chg="add mod">
          <ac:chgData name="Laya Shree" userId="cab98ac6c7676c91" providerId="LiveId" clId="{E137DBED-9450-4425-8996-88FE508C128F}" dt="2026-02-13T04:52:25.967" v="285" actId="1076"/>
          <ac:picMkLst>
            <pc:docMk/>
            <pc:sldMk cId="1497958275" sldId="259"/>
            <ac:picMk id="13" creationId="{EDDC0181-524B-9476-4E3F-30BD0C6FF30C}"/>
          </ac:picMkLst>
        </pc:picChg>
      </pc:sldChg>
      <pc:sldChg chg="addSp delSp modSp new mod modTransition delAnim modAnim">
        <pc:chgData name="Laya Shree" userId="cab98ac6c7676c91" providerId="LiveId" clId="{E137DBED-9450-4425-8996-88FE508C128F}" dt="2026-02-15T07:52:25.145" v="1213" actId="478"/>
        <pc:sldMkLst>
          <pc:docMk/>
          <pc:sldMk cId="1124045458" sldId="260"/>
        </pc:sldMkLst>
        <pc:spChg chg="mod">
          <ac:chgData name="Laya Shree" userId="cab98ac6c7676c91" providerId="LiveId" clId="{E137DBED-9450-4425-8996-88FE508C128F}" dt="2026-02-13T04:58:59.578" v="395" actId="1076"/>
          <ac:spMkLst>
            <pc:docMk/>
            <pc:sldMk cId="1124045458" sldId="260"/>
            <ac:spMk id="2" creationId="{2126A6DC-8942-2E14-96A7-2400C7497458}"/>
          </ac:spMkLst>
        </pc:spChg>
        <pc:spChg chg="add mod">
          <ac:chgData name="Laya Shree" userId="cab98ac6c7676c91" providerId="LiveId" clId="{E137DBED-9450-4425-8996-88FE508C128F}" dt="2026-02-13T06:41:55.761" v="1129" actId="1076"/>
          <ac:spMkLst>
            <pc:docMk/>
            <pc:sldMk cId="1124045458" sldId="260"/>
            <ac:spMk id="8" creationId="{8EC9DE45-D5E8-9B3B-4948-2EA0BA5EC001}"/>
          </ac:spMkLst>
        </pc:spChg>
        <pc:spChg chg="add mod">
          <ac:chgData name="Laya Shree" userId="cab98ac6c7676c91" providerId="LiveId" clId="{E137DBED-9450-4425-8996-88FE508C128F}" dt="2026-02-13T06:42:40.150" v="1136" actId="14100"/>
          <ac:spMkLst>
            <pc:docMk/>
            <pc:sldMk cId="1124045458" sldId="260"/>
            <ac:spMk id="11" creationId="{4CEC9A6E-F2B1-0F16-62B4-682F37312186}"/>
          </ac:spMkLst>
        </pc:spChg>
        <pc:picChg chg="add mod">
          <ac:chgData name="Laya Shree" userId="cab98ac6c7676c91" providerId="LiveId" clId="{E137DBED-9450-4425-8996-88FE508C128F}" dt="2026-02-13T04:59:31.483" v="399" actId="1076"/>
          <ac:picMkLst>
            <pc:docMk/>
            <pc:sldMk cId="1124045458" sldId="260"/>
            <ac:picMk id="5" creationId="{DA0DF4EB-FEB1-BD6F-CCA5-F4BAF773E173}"/>
          </ac:picMkLst>
        </pc:picChg>
        <pc:picChg chg="add del mod">
          <ac:chgData name="Laya Shree" userId="cab98ac6c7676c91" providerId="LiveId" clId="{E137DBED-9450-4425-8996-88FE508C128F}" dt="2026-02-15T07:52:25.145" v="1213" actId="478"/>
          <ac:picMkLst>
            <pc:docMk/>
            <pc:sldMk cId="1124045458" sldId="260"/>
            <ac:picMk id="7" creationId="{D7433904-74A4-9DD1-D639-7A4CD5DF0C71}"/>
          </ac:picMkLst>
        </pc:picChg>
      </pc:sldChg>
      <pc:sldChg chg="addSp delSp modSp new mod modTransition modAnim">
        <pc:chgData name="Laya Shree" userId="cab98ac6c7676c91" providerId="LiveId" clId="{E137DBED-9450-4425-8996-88FE508C128F}" dt="2026-02-13T06:43:55.096" v="1148"/>
        <pc:sldMkLst>
          <pc:docMk/>
          <pc:sldMk cId="1368983921" sldId="261"/>
        </pc:sldMkLst>
        <pc:spChg chg="mod">
          <ac:chgData name="Laya Shree" userId="cab98ac6c7676c91" providerId="LiveId" clId="{E137DBED-9450-4425-8996-88FE508C128F}" dt="2026-02-13T05:51:58.012" v="552" actId="14100"/>
          <ac:spMkLst>
            <pc:docMk/>
            <pc:sldMk cId="1368983921" sldId="261"/>
            <ac:spMk id="2" creationId="{6F7DCD01-0D20-3A3B-8334-CAB17FCB7616}"/>
          </ac:spMkLst>
        </pc:spChg>
        <pc:graphicFrameChg chg="add mod modGraphic">
          <ac:chgData name="Laya Shree" userId="cab98ac6c7676c91" providerId="LiveId" clId="{E137DBED-9450-4425-8996-88FE508C128F}" dt="2026-02-13T05:50:27.334" v="542" actId="20577"/>
          <ac:graphicFrameMkLst>
            <pc:docMk/>
            <pc:sldMk cId="1368983921" sldId="261"/>
            <ac:graphicFrameMk id="8" creationId="{EDE47BBE-0C2A-3205-6B14-B1E33F3836C5}"/>
          </ac:graphicFrameMkLst>
        </pc:graphicFrameChg>
      </pc:sldChg>
      <pc:sldChg chg="addSp delSp modSp new mod modTransition modAnim">
        <pc:chgData name="Laya Shree" userId="cab98ac6c7676c91" providerId="LiveId" clId="{E137DBED-9450-4425-8996-88FE508C128F}" dt="2026-02-13T06:44:23.872" v="1152"/>
        <pc:sldMkLst>
          <pc:docMk/>
          <pc:sldMk cId="369304029" sldId="262"/>
        </pc:sldMkLst>
        <pc:spChg chg="mod">
          <ac:chgData name="Laya Shree" userId="cab98ac6c7676c91" providerId="LiveId" clId="{E137DBED-9450-4425-8996-88FE508C128F}" dt="2026-02-13T06:02:48.114" v="561" actId="1076"/>
          <ac:spMkLst>
            <pc:docMk/>
            <pc:sldMk cId="369304029" sldId="262"/>
            <ac:spMk id="2" creationId="{0704EABA-A522-F11A-68BE-DAA71CC04140}"/>
          </ac:spMkLst>
        </pc:spChg>
        <pc:graphicFrameChg chg="add mod modGraphic">
          <ac:chgData name="Laya Shree" userId="cab98ac6c7676c91" providerId="LiveId" clId="{E137DBED-9450-4425-8996-88FE508C128F}" dt="2026-02-13T06:44:20.403" v="1151" actId="1076"/>
          <ac:graphicFrameMkLst>
            <pc:docMk/>
            <pc:sldMk cId="369304029" sldId="262"/>
            <ac:graphicFrameMk id="4" creationId="{92714103-16E2-D090-8A14-C9462A95EC4C}"/>
          </ac:graphicFrameMkLst>
        </pc:graphicFrameChg>
      </pc:sldChg>
      <pc:sldChg chg="addSp delSp modSp new mod modTransition delAnim modAnim">
        <pc:chgData name="Laya Shree" userId="cab98ac6c7676c91" providerId="LiveId" clId="{E137DBED-9450-4425-8996-88FE508C128F}" dt="2026-02-15T08:00:28.076" v="1220" actId="21"/>
        <pc:sldMkLst>
          <pc:docMk/>
          <pc:sldMk cId="899359882" sldId="263"/>
        </pc:sldMkLst>
        <pc:spChg chg="mod">
          <ac:chgData name="Laya Shree" userId="cab98ac6c7676c91" providerId="LiveId" clId="{E137DBED-9450-4425-8996-88FE508C128F}" dt="2026-02-13T06:30:39.648" v="1037" actId="2711"/>
          <ac:spMkLst>
            <pc:docMk/>
            <pc:sldMk cId="899359882" sldId="263"/>
            <ac:spMk id="2" creationId="{4DC8C3F4-A90C-5CC2-B2C0-1031F3400960}"/>
          </ac:spMkLst>
        </pc:spChg>
        <pc:spChg chg="add mod">
          <ac:chgData name="Laya Shree" userId="cab98ac6c7676c91" providerId="LiveId" clId="{E137DBED-9450-4425-8996-88FE508C128F}" dt="2026-02-13T06:31:36.409" v="1046" actId="207"/>
          <ac:spMkLst>
            <pc:docMk/>
            <pc:sldMk cId="899359882" sldId="263"/>
            <ac:spMk id="4" creationId="{CBC94E82-223C-2B91-1A9A-A25BA1B7CA49}"/>
          </ac:spMkLst>
        </pc:spChg>
        <pc:picChg chg="add del mod">
          <ac:chgData name="Laya Shree" userId="cab98ac6c7676c91" providerId="LiveId" clId="{E137DBED-9450-4425-8996-88FE508C128F}" dt="2026-02-15T08:00:28.076" v="1220" actId="21"/>
          <ac:picMkLst>
            <pc:docMk/>
            <pc:sldMk cId="899359882" sldId="263"/>
            <ac:picMk id="5" creationId="{29CFFEA7-F434-01A0-C085-BA68892A00C8}"/>
          </ac:picMkLst>
        </pc:picChg>
      </pc:sldChg>
      <pc:sldChg chg="addSp delSp modSp new mod modTransition modAnim">
        <pc:chgData name="Laya Shree" userId="cab98ac6c7676c91" providerId="LiveId" clId="{E137DBED-9450-4425-8996-88FE508C128F}" dt="2026-02-13T06:45:17.235" v="1159"/>
        <pc:sldMkLst>
          <pc:docMk/>
          <pc:sldMk cId="1713884902" sldId="264"/>
        </pc:sldMkLst>
        <pc:spChg chg="mod">
          <ac:chgData name="Laya Shree" userId="cab98ac6c7676c91" providerId="LiveId" clId="{E137DBED-9450-4425-8996-88FE508C128F}" dt="2026-02-13T06:33:44.510" v="1055"/>
          <ac:spMkLst>
            <pc:docMk/>
            <pc:sldMk cId="1713884902" sldId="264"/>
            <ac:spMk id="2" creationId="{E3BADE9C-C770-1052-79DD-E402EFB670D0}"/>
          </ac:spMkLst>
        </pc:spChg>
        <pc:spChg chg="add mod">
          <ac:chgData name="Laya Shree" userId="cab98ac6c7676c91" providerId="LiveId" clId="{E137DBED-9450-4425-8996-88FE508C128F}" dt="2026-02-13T06:35:22.178" v="1072"/>
          <ac:spMkLst>
            <pc:docMk/>
            <pc:sldMk cId="1713884902" sldId="264"/>
            <ac:spMk id="4" creationId="{3CE18E4F-D90A-8F08-8128-3782B2AD75F5}"/>
          </ac:spMkLst>
        </pc:spChg>
      </pc:sldChg>
      <pc:sldMasterChg chg="modTransition setBg modSldLayout">
        <pc:chgData name="Laya Shree" userId="cab98ac6c7676c91" providerId="LiveId" clId="{E137DBED-9450-4425-8996-88FE508C128F}" dt="2026-02-13T06:38:23.953" v="1096"/>
        <pc:sldMasterMkLst>
          <pc:docMk/>
          <pc:sldMasterMk cId="3373404617" sldId="2147483660"/>
        </pc:sldMasterMkLst>
        <pc:sldLayoutChg chg="modTransition setBg">
          <pc:chgData name="Laya Shree" userId="cab98ac6c7676c91" providerId="LiveId" clId="{E137DBED-9450-4425-8996-88FE508C128F}" dt="2026-02-13T06:38:23.953" v="1096"/>
          <pc:sldLayoutMkLst>
            <pc:docMk/>
            <pc:sldMasterMk cId="3373404617" sldId="2147483660"/>
            <pc:sldLayoutMk cId="712185348" sldId="2147483661"/>
          </pc:sldLayoutMkLst>
        </pc:sldLayoutChg>
        <pc:sldLayoutChg chg="modTransition setBg">
          <pc:chgData name="Laya Shree" userId="cab98ac6c7676c91" providerId="LiveId" clId="{E137DBED-9450-4425-8996-88FE508C128F}" dt="2026-02-13T06:38:23.953" v="1096"/>
          <pc:sldLayoutMkLst>
            <pc:docMk/>
            <pc:sldMasterMk cId="3373404617" sldId="2147483660"/>
            <pc:sldLayoutMk cId="2883874259" sldId="2147483662"/>
          </pc:sldLayoutMkLst>
        </pc:sldLayoutChg>
        <pc:sldLayoutChg chg="modTransition setBg">
          <pc:chgData name="Laya Shree" userId="cab98ac6c7676c91" providerId="LiveId" clId="{E137DBED-9450-4425-8996-88FE508C128F}" dt="2026-02-13T06:38:23.953" v="1096"/>
          <pc:sldLayoutMkLst>
            <pc:docMk/>
            <pc:sldMasterMk cId="3373404617" sldId="2147483660"/>
            <pc:sldLayoutMk cId="3865812972" sldId="2147483663"/>
          </pc:sldLayoutMkLst>
        </pc:sldLayoutChg>
        <pc:sldLayoutChg chg="modTransition setBg">
          <pc:chgData name="Laya Shree" userId="cab98ac6c7676c91" providerId="LiveId" clId="{E137DBED-9450-4425-8996-88FE508C128F}" dt="2026-02-13T06:38:23.953" v="1096"/>
          <pc:sldLayoutMkLst>
            <pc:docMk/>
            <pc:sldMasterMk cId="3373404617" sldId="2147483660"/>
            <pc:sldLayoutMk cId="3799621229" sldId="2147483664"/>
          </pc:sldLayoutMkLst>
        </pc:sldLayoutChg>
        <pc:sldLayoutChg chg="modTransition setBg">
          <pc:chgData name="Laya Shree" userId="cab98ac6c7676c91" providerId="LiveId" clId="{E137DBED-9450-4425-8996-88FE508C128F}" dt="2026-02-13T06:38:23.953" v="1096"/>
          <pc:sldLayoutMkLst>
            <pc:docMk/>
            <pc:sldMasterMk cId="3373404617" sldId="2147483660"/>
            <pc:sldLayoutMk cId="1652583936" sldId="2147483665"/>
          </pc:sldLayoutMkLst>
        </pc:sldLayoutChg>
        <pc:sldLayoutChg chg="modTransition setBg">
          <pc:chgData name="Laya Shree" userId="cab98ac6c7676c91" providerId="LiveId" clId="{E137DBED-9450-4425-8996-88FE508C128F}" dt="2026-02-13T06:38:23.953" v="1096"/>
          <pc:sldLayoutMkLst>
            <pc:docMk/>
            <pc:sldMasterMk cId="3373404617" sldId="2147483660"/>
            <pc:sldLayoutMk cId="2473027721" sldId="2147483666"/>
          </pc:sldLayoutMkLst>
        </pc:sldLayoutChg>
        <pc:sldLayoutChg chg="modTransition setBg">
          <pc:chgData name="Laya Shree" userId="cab98ac6c7676c91" providerId="LiveId" clId="{E137DBED-9450-4425-8996-88FE508C128F}" dt="2026-02-13T06:38:23.953" v="1096"/>
          <pc:sldLayoutMkLst>
            <pc:docMk/>
            <pc:sldMasterMk cId="3373404617" sldId="2147483660"/>
            <pc:sldLayoutMk cId="295486757" sldId="2147483667"/>
          </pc:sldLayoutMkLst>
        </pc:sldLayoutChg>
        <pc:sldLayoutChg chg="modTransition setBg">
          <pc:chgData name="Laya Shree" userId="cab98ac6c7676c91" providerId="LiveId" clId="{E137DBED-9450-4425-8996-88FE508C128F}" dt="2026-02-13T06:38:23.953" v="1096"/>
          <pc:sldLayoutMkLst>
            <pc:docMk/>
            <pc:sldMasterMk cId="3373404617" sldId="2147483660"/>
            <pc:sldLayoutMk cId="2068344617" sldId="2147483668"/>
          </pc:sldLayoutMkLst>
        </pc:sldLayoutChg>
        <pc:sldLayoutChg chg="modTransition setBg">
          <pc:chgData name="Laya Shree" userId="cab98ac6c7676c91" providerId="LiveId" clId="{E137DBED-9450-4425-8996-88FE508C128F}" dt="2026-02-13T06:38:23.953" v="1096"/>
          <pc:sldLayoutMkLst>
            <pc:docMk/>
            <pc:sldMasterMk cId="3373404617" sldId="2147483660"/>
            <pc:sldLayoutMk cId="1938644040" sldId="2147483669"/>
          </pc:sldLayoutMkLst>
        </pc:sldLayoutChg>
        <pc:sldLayoutChg chg="modTransition setBg">
          <pc:chgData name="Laya Shree" userId="cab98ac6c7676c91" providerId="LiveId" clId="{E137DBED-9450-4425-8996-88FE508C128F}" dt="2026-02-13T06:38:23.953" v="1096"/>
          <pc:sldLayoutMkLst>
            <pc:docMk/>
            <pc:sldMasterMk cId="3373404617" sldId="2147483660"/>
            <pc:sldLayoutMk cId="2767617394" sldId="2147483670"/>
          </pc:sldLayoutMkLst>
        </pc:sldLayoutChg>
        <pc:sldLayoutChg chg="modTransition setBg">
          <pc:chgData name="Laya Shree" userId="cab98ac6c7676c91" providerId="LiveId" clId="{E137DBED-9450-4425-8996-88FE508C128F}" dt="2026-02-13T06:38:23.953" v="1096"/>
          <pc:sldLayoutMkLst>
            <pc:docMk/>
            <pc:sldMasterMk cId="3373404617" sldId="2147483660"/>
            <pc:sldLayoutMk cId="1834210260" sldId="2147483671"/>
          </pc:sldLayoutMkLst>
        </pc:sldLayoutChg>
        <pc:sldLayoutChg chg="modTransition setBg">
          <pc:chgData name="Laya Shree" userId="cab98ac6c7676c91" providerId="LiveId" clId="{E137DBED-9450-4425-8996-88FE508C128F}" dt="2026-02-13T06:38:23.953" v="1096"/>
          <pc:sldLayoutMkLst>
            <pc:docMk/>
            <pc:sldMasterMk cId="3373404617" sldId="2147483660"/>
            <pc:sldLayoutMk cId="2085864998" sldId="2147483672"/>
          </pc:sldLayoutMkLst>
        </pc:sldLayoutChg>
        <pc:sldLayoutChg chg="modTransition setBg">
          <pc:chgData name="Laya Shree" userId="cab98ac6c7676c91" providerId="LiveId" clId="{E137DBED-9450-4425-8996-88FE508C128F}" dt="2026-02-13T06:38:23.953" v="1096"/>
          <pc:sldLayoutMkLst>
            <pc:docMk/>
            <pc:sldMasterMk cId="3373404617" sldId="2147483660"/>
            <pc:sldLayoutMk cId="3321569892" sldId="2147483673"/>
          </pc:sldLayoutMkLst>
        </pc:sldLayoutChg>
        <pc:sldLayoutChg chg="modTransition setBg">
          <pc:chgData name="Laya Shree" userId="cab98ac6c7676c91" providerId="LiveId" clId="{E137DBED-9450-4425-8996-88FE508C128F}" dt="2026-02-13T06:38:23.953" v="1096"/>
          <pc:sldLayoutMkLst>
            <pc:docMk/>
            <pc:sldMasterMk cId="3373404617" sldId="2147483660"/>
            <pc:sldLayoutMk cId="3075798800" sldId="2147483674"/>
          </pc:sldLayoutMkLst>
        </pc:sldLayoutChg>
        <pc:sldLayoutChg chg="modTransition setBg">
          <pc:chgData name="Laya Shree" userId="cab98ac6c7676c91" providerId="LiveId" clId="{E137DBED-9450-4425-8996-88FE508C128F}" dt="2026-02-13T06:38:23.953" v="1096"/>
          <pc:sldLayoutMkLst>
            <pc:docMk/>
            <pc:sldMasterMk cId="3373404617" sldId="2147483660"/>
            <pc:sldLayoutMk cId="625666417" sldId="2147483675"/>
          </pc:sldLayoutMkLst>
        </pc:sldLayoutChg>
        <pc:sldLayoutChg chg="modTransition setBg">
          <pc:chgData name="Laya Shree" userId="cab98ac6c7676c91" providerId="LiveId" clId="{E137DBED-9450-4425-8996-88FE508C128F}" dt="2026-02-13T06:38:23.953" v="1096"/>
          <pc:sldLayoutMkLst>
            <pc:docMk/>
            <pc:sldMasterMk cId="3373404617" sldId="2147483660"/>
            <pc:sldLayoutMk cId="3276262170" sldId="2147483676"/>
          </pc:sldLayoutMkLst>
        </pc:sldLayoutChg>
        <pc:sldLayoutChg chg="modTransition setBg">
          <pc:chgData name="Laya Shree" userId="cab98ac6c7676c91" providerId="LiveId" clId="{E137DBED-9450-4425-8996-88FE508C128F}" dt="2026-02-13T06:38:23.953" v="1096"/>
          <pc:sldLayoutMkLst>
            <pc:docMk/>
            <pc:sldMasterMk cId="3373404617" sldId="2147483660"/>
            <pc:sldLayoutMk cId="4109850442" sldId="2147483677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1D96C0-193C-4372-AA7E-A50AA20E437A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2473DEE9-2062-4F30-9553-748D1A38E471}">
      <dgm:prSet/>
      <dgm:spPr/>
      <dgm:t>
        <a:bodyPr/>
        <a:lstStyle/>
        <a:p>
          <a:pPr>
            <a:buNone/>
          </a:pPr>
          <a:r>
            <a:rPr lang="en-US" b="1" dirty="0"/>
            <a:t>1. Advanced Interactivity (The Slicer Logic)</a:t>
          </a:r>
          <a:endParaRPr lang="en-IN" dirty="0"/>
        </a:p>
      </dgm:t>
    </dgm:pt>
    <dgm:pt modelId="{BCC03AD4-59B9-40CC-A0DC-5924AC784941}" type="parTrans" cxnId="{6404E36D-AA78-4F67-8530-38F2F0F526F5}">
      <dgm:prSet/>
      <dgm:spPr/>
      <dgm:t>
        <a:bodyPr/>
        <a:lstStyle/>
        <a:p>
          <a:endParaRPr lang="en-IN"/>
        </a:p>
      </dgm:t>
    </dgm:pt>
    <dgm:pt modelId="{0D446CAF-6FDC-488A-A13A-5F8410F045E7}" type="sibTrans" cxnId="{6404E36D-AA78-4F67-8530-38F2F0F526F5}">
      <dgm:prSet/>
      <dgm:spPr/>
      <dgm:t>
        <a:bodyPr/>
        <a:lstStyle/>
        <a:p>
          <a:endParaRPr lang="en-IN"/>
        </a:p>
      </dgm:t>
    </dgm:pt>
    <dgm:pt modelId="{FD6E56A3-1464-48B3-BB6C-C31174423ACA}">
      <dgm:prSet/>
      <dgm:spPr/>
      <dgm:t>
        <a:bodyPr/>
        <a:lstStyle/>
        <a:p>
          <a:r>
            <a:rPr lang="en-US" b="1" dirty="0"/>
            <a:t>Contextual Filtering:</a:t>
          </a:r>
          <a:r>
            <a:rPr lang="en-US" dirty="0"/>
            <a:t> I implemented a </a:t>
          </a:r>
          <a:r>
            <a:rPr lang="en-US" b="1" dirty="0"/>
            <a:t>Match No. Slicer</a:t>
          </a:r>
          <a:r>
            <a:rPr lang="en-US" dirty="0"/>
            <a:t> as the primary driver. Selecting a match triggers a "Ripple Effect" across the dashboard, instantly updating the winner’s logo, final score, and player of the match.</a:t>
          </a:r>
          <a:endParaRPr lang="en-IN" dirty="0"/>
        </a:p>
      </dgm:t>
    </dgm:pt>
    <dgm:pt modelId="{3C9BCE13-3272-4C87-9484-92AAA5CB1797}" type="parTrans" cxnId="{E8670DC4-D639-4D4B-AC13-AFAE68A915F6}">
      <dgm:prSet/>
      <dgm:spPr/>
      <dgm:t>
        <a:bodyPr/>
        <a:lstStyle/>
        <a:p>
          <a:endParaRPr lang="en-IN"/>
        </a:p>
      </dgm:t>
    </dgm:pt>
    <dgm:pt modelId="{C135B84D-75C2-4039-B603-FC5F7AD5AF1A}" type="sibTrans" cxnId="{E8670DC4-D639-4D4B-AC13-AFAE68A915F6}">
      <dgm:prSet/>
      <dgm:spPr/>
      <dgm:t>
        <a:bodyPr/>
        <a:lstStyle/>
        <a:p>
          <a:endParaRPr lang="en-IN"/>
        </a:p>
      </dgm:t>
    </dgm:pt>
    <dgm:pt modelId="{C924B216-83FC-48D4-962D-9EB6215E9AC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Bi-Directional Syncing:</a:t>
          </a:r>
          <a:r>
            <a:rPr lang="en-US" dirty="0"/>
            <a:t> Slicers are synced across multiple pages. For example, selecting </a:t>
          </a:r>
          <a:r>
            <a:rPr lang="en-US" b="1" dirty="0"/>
            <a:t>RCB</a:t>
          </a:r>
          <a:r>
            <a:rPr lang="en-US" dirty="0"/>
            <a:t> on the summary page automatically filters the "Player Performance" page to show only RCB athletes, creating a seamless navigation flow.</a:t>
          </a:r>
        </a:p>
      </dgm:t>
    </dgm:pt>
    <dgm:pt modelId="{2FF40D9F-A0F9-4A08-BB57-84A3C816586C}" type="parTrans" cxnId="{78C79CD9-B433-4055-984C-98EB755807F0}">
      <dgm:prSet/>
      <dgm:spPr/>
      <dgm:t>
        <a:bodyPr/>
        <a:lstStyle/>
        <a:p>
          <a:endParaRPr lang="en-IN"/>
        </a:p>
      </dgm:t>
    </dgm:pt>
    <dgm:pt modelId="{1EF5136F-EC71-4552-BA05-E983F1DE2A60}" type="sibTrans" cxnId="{78C79CD9-B433-4055-984C-98EB755807F0}">
      <dgm:prSet/>
      <dgm:spPr/>
      <dgm:t>
        <a:bodyPr/>
        <a:lstStyle/>
        <a:p>
          <a:endParaRPr lang="en-IN"/>
        </a:p>
      </dgm:t>
    </dgm:pt>
    <dgm:pt modelId="{5D4C5FB6-4180-4CF5-96E6-D4AB79A8DCA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Cross-Highlighting:</a:t>
          </a:r>
          <a:r>
            <a:rPr lang="en-US" dirty="0"/>
            <a:t> Clicking a specific team in the "Total Runs" bar chart cross-filters other visuals (like the venue performance), allowing users to see where a team was most dominant.</a:t>
          </a:r>
        </a:p>
      </dgm:t>
    </dgm:pt>
    <dgm:pt modelId="{D4E7BF89-1EA4-4A09-A598-B84F0FC07F68}" type="parTrans" cxnId="{C052D3CB-9062-4840-BDA6-9B80540494E2}">
      <dgm:prSet/>
      <dgm:spPr/>
      <dgm:t>
        <a:bodyPr/>
        <a:lstStyle/>
        <a:p>
          <a:endParaRPr lang="en-IN"/>
        </a:p>
      </dgm:t>
    </dgm:pt>
    <dgm:pt modelId="{920BAECF-CC14-44B9-AAC0-204C598A9775}" type="sibTrans" cxnId="{C052D3CB-9062-4840-BDA6-9B80540494E2}">
      <dgm:prSet/>
      <dgm:spPr/>
      <dgm:t>
        <a:bodyPr/>
        <a:lstStyle/>
        <a:p>
          <a:endParaRPr lang="en-IN"/>
        </a:p>
      </dgm:t>
    </dgm:pt>
    <dgm:pt modelId="{174E7086-C1A9-4FAC-A2F0-457869D84D97}">
      <dgm:prSet phldrT="[Text]"/>
      <dgm:spPr/>
      <dgm:t>
        <a:bodyPr/>
        <a:lstStyle/>
        <a:p>
          <a:r>
            <a:rPr lang="en-US" b="1" dirty="0"/>
            <a:t>2. Strategic Design Choices (The "Cricmetrics" Feel)</a:t>
          </a:r>
          <a:endParaRPr lang="en-US" dirty="0"/>
        </a:p>
      </dgm:t>
    </dgm:pt>
    <dgm:pt modelId="{A71DED30-13F9-471A-A1A1-6E76958A4FA0}" type="parTrans" cxnId="{EC121703-1F0C-4FCE-BFE1-D5392CB2C78E}">
      <dgm:prSet/>
      <dgm:spPr/>
      <dgm:t>
        <a:bodyPr/>
        <a:lstStyle/>
        <a:p>
          <a:endParaRPr lang="en-IN"/>
        </a:p>
      </dgm:t>
    </dgm:pt>
    <dgm:pt modelId="{CAD0A6F1-5C31-4177-9643-B36D87AB93B1}" type="sibTrans" cxnId="{EC121703-1F0C-4FCE-BFE1-D5392CB2C78E}">
      <dgm:prSet/>
      <dgm:spPr/>
      <dgm:t>
        <a:bodyPr/>
        <a:lstStyle/>
        <a:p>
          <a:endParaRPr lang="en-IN"/>
        </a:p>
      </dgm:t>
    </dgm:pt>
    <dgm:pt modelId="{2E8F735F-D0B3-4BF1-B869-C1850C72E13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Iconography over Text:</a:t>
          </a:r>
          <a:r>
            <a:rPr lang="en-US" dirty="0"/>
            <a:t> Instead of simple tables, we used </a:t>
          </a:r>
          <a:r>
            <a:rPr lang="en-US" b="1" dirty="0"/>
            <a:t>Team Logos</a:t>
          </a:r>
          <a:r>
            <a:rPr lang="en-US" dirty="0"/>
            <a:t> and </a:t>
          </a:r>
          <a:r>
            <a:rPr lang="en-US" b="1" dirty="0"/>
            <a:t>Player Images</a:t>
          </a:r>
          <a:r>
            <a:rPr lang="en-US" dirty="0"/>
            <a:t>. This "Card-First" design approach mimics professional sports apps (like ESPN or </a:t>
          </a:r>
          <a:r>
            <a:rPr lang="en-US" dirty="0" err="1"/>
            <a:t>Cricbuzz</a:t>
          </a:r>
          <a:r>
            <a:rPr lang="en-US" dirty="0"/>
            <a:t>), making the data immediately recognizable.</a:t>
          </a:r>
        </a:p>
      </dgm:t>
    </dgm:pt>
    <dgm:pt modelId="{D95D89AA-987C-4C12-8858-62AEEC984043}" type="parTrans" cxnId="{6BA98F84-D231-4FF1-BC56-3D63922FF255}">
      <dgm:prSet/>
      <dgm:spPr/>
      <dgm:t>
        <a:bodyPr/>
        <a:lstStyle/>
        <a:p>
          <a:endParaRPr lang="en-IN"/>
        </a:p>
      </dgm:t>
    </dgm:pt>
    <dgm:pt modelId="{C558BA39-09DE-4194-B780-A2333AAB99C1}" type="sibTrans" cxnId="{6BA98F84-D231-4FF1-BC56-3D63922FF255}">
      <dgm:prSet/>
      <dgm:spPr/>
      <dgm:t>
        <a:bodyPr/>
        <a:lstStyle/>
        <a:p>
          <a:endParaRPr lang="en-IN"/>
        </a:p>
      </dgm:t>
    </dgm:pt>
    <dgm:pt modelId="{750E8554-EFD6-4AE2-94F8-95FBE34581E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The "Worm Chart" (Line Chart):</a:t>
          </a:r>
          <a:r>
            <a:rPr lang="en-US" dirty="0"/>
            <a:t> I chose this specific visual for innings progression because it effectively communicates the "swing" in momentum—showing exactly where a match was won or lost in the death overs.</a:t>
          </a:r>
        </a:p>
      </dgm:t>
    </dgm:pt>
    <dgm:pt modelId="{A782A572-2C27-4732-B23B-3B47C825B5E6}" type="parTrans" cxnId="{9D2296D4-4BC0-4E3A-8468-393371B5F049}">
      <dgm:prSet/>
      <dgm:spPr/>
      <dgm:t>
        <a:bodyPr/>
        <a:lstStyle/>
        <a:p>
          <a:endParaRPr lang="en-IN"/>
        </a:p>
      </dgm:t>
    </dgm:pt>
    <dgm:pt modelId="{8FE14282-68B9-48C6-9C0A-747650D40683}" type="sibTrans" cxnId="{9D2296D4-4BC0-4E3A-8468-393371B5F049}">
      <dgm:prSet/>
      <dgm:spPr/>
      <dgm:t>
        <a:bodyPr/>
        <a:lstStyle/>
        <a:p>
          <a:endParaRPr lang="en-IN"/>
        </a:p>
      </dgm:t>
    </dgm:pt>
    <dgm:pt modelId="{876809AD-6C71-4555-9A05-2CD7230AA30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Color Palette:</a:t>
          </a:r>
          <a:r>
            <a:rPr lang="en-US" dirty="0"/>
            <a:t> I used a high-contrast dark theme with team-specific neon accents. This reduces eye strain and makes the data points "pop" against the custom stadium background.</a:t>
          </a:r>
        </a:p>
      </dgm:t>
    </dgm:pt>
    <dgm:pt modelId="{C4788295-5093-4683-A631-22B1723FCA05}" type="parTrans" cxnId="{05B1DB74-2896-49A9-8C16-0834E123B702}">
      <dgm:prSet/>
      <dgm:spPr/>
      <dgm:t>
        <a:bodyPr/>
        <a:lstStyle/>
        <a:p>
          <a:endParaRPr lang="en-IN"/>
        </a:p>
      </dgm:t>
    </dgm:pt>
    <dgm:pt modelId="{2BE708F6-695D-4D23-8F63-EDBF988076A8}" type="sibTrans" cxnId="{05B1DB74-2896-49A9-8C16-0834E123B702}">
      <dgm:prSet/>
      <dgm:spPr/>
      <dgm:t>
        <a:bodyPr/>
        <a:lstStyle/>
        <a:p>
          <a:endParaRPr lang="en-IN"/>
        </a:p>
      </dgm:t>
    </dgm:pt>
    <dgm:pt modelId="{CC70D27B-8D58-4950-837A-DD808F33152A}" type="pres">
      <dgm:prSet presAssocID="{731D96C0-193C-4372-AA7E-A50AA20E437A}" presName="Name0" presStyleCnt="0">
        <dgm:presLayoutVars>
          <dgm:dir/>
          <dgm:animLvl val="lvl"/>
          <dgm:resizeHandles val="exact"/>
        </dgm:presLayoutVars>
      </dgm:prSet>
      <dgm:spPr/>
    </dgm:pt>
    <dgm:pt modelId="{5E98EFD6-E202-4F0B-AB6A-4E8FA2C7446B}" type="pres">
      <dgm:prSet presAssocID="{2473DEE9-2062-4F30-9553-748D1A38E471}" presName="composite" presStyleCnt="0"/>
      <dgm:spPr/>
    </dgm:pt>
    <dgm:pt modelId="{C6CEABA1-FAB0-49A8-8D4D-452625827FC4}" type="pres">
      <dgm:prSet presAssocID="{2473DEE9-2062-4F30-9553-748D1A38E471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E7D9C070-1494-4317-AEE3-435E9512F0D6}" type="pres">
      <dgm:prSet presAssocID="{2473DEE9-2062-4F30-9553-748D1A38E471}" presName="desTx" presStyleLbl="alignAccFollowNode1" presStyleIdx="0" presStyleCnt="2">
        <dgm:presLayoutVars>
          <dgm:bulletEnabled val="1"/>
        </dgm:presLayoutVars>
      </dgm:prSet>
      <dgm:spPr/>
    </dgm:pt>
    <dgm:pt modelId="{14F922CB-0086-4615-A4B3-EE8B734D8CEF}" type="pres">
      <dgm:prSet presAssocID="{0D446CAF-6FDC-488A-A13A-5F8410F045E7}" presName="space" presStyleCnt="0"/>
      <dgm:spPr/>
    </dgm:pt>
    <dgm:pt modelId="{405A1E05-1642-4BB1-9656-BD577E4E6416}" type="pres">
      <dgm:prSet presAssocID="{174E7086-C1A9-4FAC-A2F0-457869D84D97}" presName="composite" presStyleCnt="0"/>
      <dgm:spPr/>
    </dgm:pt>
    <dgm:pt modelId="{10A97B94-B673-4C32-895A-A97EAAF69EB0}" type="pres">
      <dgm:prSet presAssocID="{174E7086-C1A9-4FAC-A2F0-457869D84D97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C4AE7A7B-509A-4CED-87AE-1737B8162CE7}" type="pres">
      <dgm:prSet presAssocID="{174E7086-C1A9-4FAC-A2F0-457869D84D97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C121703-1F0C-4FCE-BFE1-D5392CB2C78E}" srcId="{731D96C0-193C-4372-AA7E-A50AA20E437A}" destId="{174E7086-C1A9-4FAC-A2F0-457869D84D97}" srcOrd="1" destOrd="0" parTransId="{A71DED30-13F9-471A-A1A1-6E76958A4FA0}" sibTransId="{CAD0A6F1-5C31-4177-9643-B36D87AB93B1}"/>
    <dgm:cxn modelId="{1A0B992D-8A65-4151-A802-496D203BD85D}" type="presOf" srcId="{C924B216-83FC-48D4-962D-9EB6215E9AC2}" destId="{E7D9C070-1494-4317-AEE3-435E9512F0D6}" srcOrd="0" destOrd="1" presId="urn:microsoft.com/office/officeart/2005/8/layout/hList1"/>
    <dgm:cxn modelId="{4A09E73B-1A99-4FA2-BC81-973F48014A8B}" type="presOf" srcId="{876809AD-6C71-4555-9A05-2CD7230AA309}" destId="{C4AE7A7B-509A-4CED-87AE-1737B8162CE7}" srcOrd="0" destOrd="2" presId="urn:microsoft.com/office/officeart/2005/8/layout/hList1"/>
    <dgm:cxn modelId="{944AB660-7A6D-4A3D-9090-75054FA27019}" type="presOf" srcId="{2E8F735F-D0B3-4BF1-B869-C1850C72E139}" destId="{C4AE7A7B-509A-4CED-87AE-1737B8162CE7}" srcOrd="0" destOrd="0" presId="urn:microsoft.com/office/officeart/2005/8/layout/hList1"/>
    <dgm:cxn modelId="{0FFAD469-F2B1-4918-B5F8-00F6120238F6}" type="presOf" srcId="{2473DEE9-2062-4F30-9553-748D1A38E471}" destId="{C6CEABA1-FAB0-49A8-8D4D-452625827FC4}" srcOrd="0" destOrd="0" presId="urn:microsoft.com/office/officeart/2005/8/layout/hList1"/>
    <dgm:cxn modelId="{6404E36D-AA78-4F67-8530-38F2F0F526F5}" srcId="{731D96C0-193C-4372-AA7E-A50AA20E437A}" destId="{2473DEE9-2062-4F30-9553-748D1A38E471}" srcOrd="0" destOrd="0" parTransId="{BCC03AD4-59B9-40CC-A0DC-5924AC784941}" sibTransId="{0D446CAF-6FDC-488A-A13A-5F8410F045E7}"/>
    <dgm:cxn modelId="{7DE6B173-5964-4547-AB2A-2A55C0C1A3D6}" type="presOf" srcId="{731D96C0-193C-4372-AA7E-A50AA20E437A}" destId="{CC70D27B-8D58-4950-837A-DD808F33152A}" srcOrd="0" destOrd="0" presId="urn:microsoft.com/office/officeart/2005/8/layout/hList1"/>
    <dgm:cxn modelId="{05B1DB74-2896-49A9-8C16-0834E123B702}" srcId="{174E7086-C1A9-4FAC-A2F0-457869D84D97}" destId="{876809AD-6C71-4555-9A05-2CD7230AA309}" srcOrd="2" destOrd="0" parTransId="{C4788295-5093-4683-A631-22B1723FCA05}" sibTransId="{2BE708F6-695D-4D23-8F63-EDBF988076A8}"/>
    <dgm:cxn modelId="{6BA98F84-D231-4FF1-BC56-3D63922FF255}" srcId="{174E7086-C1A9-4FAC-A2F0-457869D84D97}" destId="{2E8F735F-D0B3-4BF1-B869-C1850C72E139}" srcOrd="0" destOrd="0" parTransId="{D95D89AA-987C-4C12-8858-62AEEC984043}" sibTransId="{C558BA39-09DE-4194-B780-A2333AAB99C1}"/>
    <dgm:cxn modelId="{EBF2CE88-9729-4C46-B3E7-36629B42548E}" type="presOf" srcId="{174E7086-C1A9-4FAC-A2F0-457869D84D97}" destId="{10A97B94-B673-4C32-895A-A97EAAF69EB0}" srcOrd="0" destOrd="0" presId="urn:microsoft.com/office/officeart/2005/8/layout/hList1"/>
    <dgm:cxn modelId="{C33F4A97-7084-40FE-A258-A323EDD368BD}" type="presOf" srcId="{FD6E56A3-1464-48B3-BB6C-C31174423ACA}" destId="{E7D9C070-1494-4317-AEE3-435E9512F0D6}" srcOrd="0" destOrd="0" presId="urn:microsoft.com/office/officeart/2005/8/layout/hList1"/>
    <dgm:cxn modelId="{87022AAE-2BE6-40D8-90E2-6D22C8CF771D}" type="presOf" srcId="{750E8554-EFD6-4AE2-94F8-95FBE34581E8}" destId="{C4AE7A7B-509A-4CED-87AE-1737B8162CE7}" srcOrd="0" destOrd="1" presId="urn:microsoft.com/office/officeart/2005/8/layout/hList1"/>
    <dgm:cxn modelId="{E8670DC4-D639-4D4B-AC13-AFAE68A915F6}" srcId="{2473DEE9-2062-4F30-9553-748D1A38E471}" destId="{FD6E56A3-1464-48B3-BB6C-C31174423ACA}" srcOrd="0" destOrd="0" parTransId="{3C9BCE13-3272-4C87-9484-92AAA5CB1797}" sibTransId="{C135B84D-75C2-4039-B603-FC5F7AD5AF1A}"/>
    <dgm:cxn modelId="{C052D3CB-9062-4840-BDA6-9B80540494E2}" srcId="{2473DEE9-2062-4F30-9553-748D1A38E471}" destId="{5D4C5FB6-4180-4CF5-96E6-D4AB79A8DCA9}" srcOrd="2" destOrd="0" parTransId="{D4E7BF89-1EA4-4A09-A598-B84F0FC07F68}" sibTransId="{920BAECF-CC14-44B9-AAC0-204C598A9775}"/>
    <dgm:cxn modelId="{9D2296D4-4BC0-4E3A-8468-393371B5F049}" srcId="{174E7086-C1A9-4FAC-A2F0-457869D84D97}" destId="{750E8554-EFD6-4AE2-94F8-95FBE34581E8}" srcOrd="1" destOrd="0" parTransId="{A782A572-2C27-4732-B23B-3B47C825B5E6}" sibTransId="{8FE14282-68B9-48C6-9C0A-747650D40683}"/>
    <dgm:cxn modelId="{78C79CD9-B433-4055-984C-98EB755807F0}" srcId="{2473DEE9-2062-4F30-9553-748D1A38E471}" destId="{C924B216-83FC-48D4-962D-9EB6215E9AC2}" srcOrd="1" destOrd="0" parTransId="{2FF40D9F-A0F9-4A08-BB57-84A3C816586C}" sibTransId="{1EF5136F-EC71-4552-BA05-E983F1DE2A60}"/>
    <dgm:cxn modelId="{C04856ED-EAE2-4CA8-8645-02964C02377F}" type="presOf" srcId="{5D4C5FB6-4180-4CF5-96E6-D4AB79A8DCA9}" destId="{E7D9C070-1494-4317-AEE3-435E9512F0D6}" srcOrd="0" destOrd="2" presId="urn:microsoft.com/office/officeart/2005/8/layout/hList1"/>
    <dgm:cxn modelId="{05E6C881-4B5D-4988-9B5F-32BED044D790}" type="presParOf" srcId="{CC70D27B-8D58-4950-837A-DD808F33152A}" destId="{5E98EFD6-E202-4F0B-AB6A-4E8FA2C7446B}" srcOrd="0" destOrd="0" presId="urn:microsoft.com/office/officeart/2005/8/layout/hList1"/>
    <dgm:cxn modelId="{837B07E2-A7A7-451F-9833-943B91357964}" type="presParOf" srcId="{5E98EFD6-E202-4F0B-AB6A-4E8FA2C7446B}" destId="{C6CEABA1-FAB0-49A8-8D4D-452625827FC4}" srcOrd="0" destOrd="0" presId="urn:microsoft.com/office/officeart/2005/8/layout/hList1"/>
    <dgm:cxn modelId="{07F3600D-421A-412A-94CD-3BD952B665CD}" type="presParOf" srcId="{5E98EFD6-E202-4F0B-AB6A-4E8FA2C7446B}" destId="{E7D9C070-1494-4317-AEE3-435E9512F0D6}" srcOrd="1" destOrd="0" presId="urn:microsoft.com/office/officeart/2005/8/layout/hList1"/>
    <dgm:cxn modelId="{FBE91A5E-C169-442D-B7DF-B0FD60AAB44B}" type="presParOf" srcId="{CC70D27B-8D58-4950-837A-DD808F33152A}" destId="{14F922CB-0086-4615-A4B3-EE8B734D8CEF}" srcOrd="1" destOrd="0" presId="urn:microsoft.com/office/officeart/2005/8/layout/hList1"/>
    <dgm:cxn modelId="{F11A4D0D-F472-49B8-B410-095860465BDC}" type="presParOf" srcId="{CC70D27B-8D58-4950-837A-DD808F33152A}" destId="{405A1E05-1642-4BB1-9656-BD577E4E6416}" srcOrd="2" destOrd="0" presId="urn:microsoft.com/office/officeart/2005/8/layout/hList1"/>
    <dgm:cxn modelId="{9A378428-0F40-4213-8F48-71F033FA6D75}" type="presParOf" srcId="{405A1E05-1642-4BB1-9656-BD577E4E6416}" destId="{10A97B94-B673-4C32-895A-A97EAAF69EB0}" srcOrd="0" destOrd="0" presId="urn:microsoft.com/office/officeart/2005/8/layout/hList1"/>
    <dgm:cxn modelId="{8B8688AF-AD2E-46E1-A313-7C6CFE2EBD67}" type="presParOf" srcId="{405A1E05-1642-4BB1-9656-BD577E4E6416}" destId="{C4AE7A7B-509A-4CED-87AE-1737B8162CE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2AEC1C-A9A7-45B2-8944-0246402F71FA}" type="doc">
      <dgm:prSet loTypeId="urn:microsoft.com/office/officeart/2005/8/layout/p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FBD8BDE-D38E-4649-8C33-87A2BBD3B106}">
      <dgm:prSet phldrT="[Text]" custT="1"/>
      <dgm:spPr/>
      <dgm:t>
        <a:bodyPr/>
        <a:lstStyle/>
        <a:p>
          <a:pPr algn="l">
            <a:buNone/>
          </a:pPr>
          <a:r>
            <a:rPr lang="en-US" sz="1200" b="0" dirty="0">
              <a:latin typeface="MV Boli" panose="02000500030200090000" pitchFamily="2" charset="0"/>
              <a:cs typeface="MV Boli" panose="02000500030200090000" pitchFamily="2" charset="0"/>
            </a:rPr>
            <a:t>1. The Individual Dominance (Orange &amp; Purple Caps           		                       The data highlights that while one player can lead the charts, they need team support to win the trophy.                           =&gt;Sai Sudharsan (759 Runs): His data shows incredible consistency, likely anchoring the Gujarat Titans' innings. The high volume of runs suggests a high "Balls Faced" count, making him the tournament's most valuable anchor.		   =&gt;Prasidh (25 Wickets): Leading the Purple Cap race indicates he was highly effective in the Powerplay or Death Overs—the two phases where wickets are hardest to get but most impactful.</a:t>
          </a:r>
          <a:endParaRPr lang="en-IN" sz="1200" b="0" dirty="0">
            <a:latin typeface="MV Boli" panose="02000500030200090000" pitchFamily="2" charset="0"/>
            <a:cs typeface="MV Boli" panose="02000500030200090000" pitchFamily="2" charset="0"/>
          </a:endParaRPr>
        </a:p>
      </dgm:t>
    </dgm:pt>
    <dgm:pt modelId="{43D9E64C-E709-4935-B9AE-C3CBCF6F0686}" type="parTrans" cxnId="{A3AADB54-E65D-41E4-A008-1F034BF8D871}">
      <dgm:prSet/>
      <dgm:spPr/>
      <dgm:t>
        <a:bodyPr/>
        <a:lstStyle/>
        <a:p>
          <a:endParaRPr lang="en-IN"/>
        </a:p>
      </dgm:t>
    </dgm:pt>
    <dgm:pt modelId="{DD9EB494-6531-4234-ADBF-152D39CECE96}" type="sibTrans" cxnId="{A3AADB54-E65D-41E4-A008-1F034BF8D871}">
      <dgm:prSet/>
      <dgm:spPr/>
      <dgm:t>
        <a:bodyPr/>
        <a:lstStyle/>
        <a:p>
          <a:endParaRPr lang="en-IN"/>
        </a:p>
      </dgm:t>
    </dgm:pt>
    <dgm:pt modelId="{087F0219-6406-49C5-9610-3D6AC7914E82}">
      <dgm:prSet phldrT="[Text]" custT="1"/>
      <dgm:spPr/>
      <dgm:t>
        <a:bodyPr/>
        <a:lstStyle/>
        <a:p>
          <a:pPr algn="l">
            <a:buNone/>
          </a:pPr>
          <a:r>
            <a:rPr lang="en-US" sz="1200" b="0" dirty="0">
              <a:latin typeface="MV Boli" panose="02000500030200090000" pitchFamily="2" charset="0"/>
              <a:cs typeface="MV Boli" panose="02000500030200090000" pitchFamily="2" charset="0"/>
            </a:rPr>
            <a:t>2. The Winning Formula: RCB's Path                  					            The data confirms why RCB emerged as the Tournament Winner:                                       =&gt; Death Over Efficiency: If you look at your "Runs by Over" chart, RCB likely shows a spike in the last 5 overs. Winning the final match (Match 74) usually comes down to who handled the pressure of the final 30 balls.                                          =&gt;Boundary Percentage: The "Total Sixes" and "Fours" visuals likely show that the top 3 teams (RCB, SRH, KKR) relied heavily on boundary hitting rather than just strike rotation.</a:t>
          </a:r>
          <a:endParaRPr lang="en-IN" sz="1200" b="0" dirty="0">
            <a:latin typeface="MV Boli" panose="02000500030200090000" pitchFamily="2" charset="0"/>
            <a:cs typeface="MV Boli" panose="02000500030200090000" pitchFamily="2" charset="0"/>
          </a:endParaRPr>
        </a:p>
      </dgm:t>
    </dgm:pt>
    <dgm:pt modelId="{70AE57F6-9106-466C-9937-898CF5B4AA1A}" type="parTrans" cxnId="{BBBF699E-6C30-40B4-B2B3-B9A24870C673}">
      <dgm:prSet/>
      <dgm:spPr/>
      <dgm:t>
        <a:bodyPr/>
        <a:lstStyle/>
        <a:p>
          <a:endParaRPr lang="en-IN"/>
        </a:p>
      </dgm:t>
    </dgm:pt>
    <dgm:pt modelId="{E1E197E0-384D-4D6E-BE16-91E53AF31615}" type="sibTrans" cxnId="{BBBF699E-6C30-40B4-B2B3-B9A24870C673}">
      <dgm:prSet/>
      <dgm:spPr/>
      <dgm:t>
        <a:bodyPr/>
        <a:lstStyle/>
        <a:p>
          <a:endParaRPr lang="en-IN"/>
        </a:p>
      </dgm:t>
    </dgm:pt>
    <dgm:pt modelId="{59360058-789E-4E5F-A4CC-EA5F617C22C3}">
      <dgm:prSet phldrT="[Text]" custT="1"/>
      <dgm:spPr/>
      <dgm:t>
        <a:bodyPr/>
        <a:lstStyle/>
        <a:p>
          <a:pPr algn="l">
            <a:buNone/>
          </a:pPr>
          <a:r>
            <a:rPr lang="en-IN" sz="1200" b="0" dirty="0">
              <a:latin typeface="MV Boli" panose="02000500030200090000" pitchFamily="2" charset="0"/>
              <a:cs typeface="MV Boli" panose="02000500030200090000" pitchFamily="2" charset="0"/>
            </a:rPr>
            <a:t>3. Venue &amp; Match Dynamics    					                                 =&gt;</a:t>
          </a:r>
          <a:r>
            <a:rPr lang="en-US" sz="1200" b="0" dirty="0">
              <a:latin typeface="MV Boli" panose="02000500030200090000" pitchFamily="2" charset="0"/>
              <a:cs typeface="MV Boli" panose="02000500030200090000" pitchFamily="2" charset="0"/>
            </a:rPr>
            <a:t>Toss vs. Result: By using your slicers, the data might show that teams chasing had a slight advantage in the 2025 season, or perhaps specific venues (like the final match venue) favored the team batting first.                                                                =&gt;The "Momentum" Shift: Your Worm Chart (Line Chart) for each match tells us that most games were decided between Overs 12 and 16. A dip in the "Worm" usually correlates with a cluster of wickets that slowed down the run rate.</a:t>
          </a:r>
          <a:endParaRPr lang="en-IN" sz="1200" b="0" dirty="0">
            <a:latin typeface="MV Boli" panose="02000500030200090000" pitchFamily="2" charset="0"/>
            <a:cs typeface="MV Boli" panose="02000500030200090000" pitchFamily="2" charset="0"/>
          </a:endParaRPr>
        </a:p>
      </dgm:t>
    </dgm:pt>
    <dgm:pt modelId="{B34EFED3-F974-45E3-9E2D-F2A5DCF97E1E}" type="parTrans" cxnId="{6B398E5D-E208-41AC-90CA-884AEA9BFF7A}">
      <dgm:prSet/>
      <dgm:spPr/>
      <dgm:t>
        <a:bodyPr/>
        <a:lstStyle/>
        <a:p>
          <a:endParaRPr lang="en-IN"/>
        </a:p>
      </dgm:t>
    </dgm:pt>
    <dgm:pt modelId="{734919F6-B9FC-4D1A-B5D2-1414DF4714E8}" type="sibTrans" cxnId="{6B398E5D-E208-41AC-90CA-884AEA9BFF7A}">
      <dgm:prSet/>
      <dgm:spPr/>
      <dgm:t>
        <a:bodyPr/>
        <a:lstStyle/>
        <a:p>
          <a:endParaRPr lang="en-IN"/>
        </a:p>
      </dgm:t>
    </dgm:pt>
    <dgm:pt modelId="{316CA1EA-9AF5-42DF-B32F-10AA422290E5}" type="pres">
      <dgm:prSet presAssocID="{0A2AEC1C-A9A7-45B2-8944-0246402F71FA}" presName="Name0" presStyleCnt="0">
        <dgm:presLayoutVars>
          <dgm:dir/>
          <dgm:resizeHandles val="exact"/>
        </dgm:presLayoutVars>
      </dgm:prSet>
      <dgm:spPr/>
    </dgm:pt>
    <dgm:pt modelId="{7205293C-FBBB-4059-8982-4CE4EB824DCE}" type="pres">
      <dgm:prSet presAssocID="{0A2AEC1C-A9A7-45B2-8944-0246402F71FA}" presName="bkgdShp" presStyleLbl="alignAccFollowNode1" presStyleIdx="0" presStyleCnt="1" custScaleX="8567" custScaleY="15841"/>
      <dgm:spPr/>
    </dgm:pt>
    <dgm:pt modelId="{BAABDE5D-E110-4E7D-8C76-BED45C33BF51}" type="pres">
      <dgm:prSet presAssocID="{0A2AEC1C-A9A7-45B2-8944-0246402F71FA}" presName="linComp" presStyleCnt="0"/>
      <dgm:spPr/>
    </dgm:pt>
    <dgm:pt modelId="{B56E241D-945B-433B-BC7B-C8E26B5E80D0}" type="pres">
      <dgm:prSet presAssocID="{6FBD8BDE-D38E-4649-8C33-87A2BBD3B106}" presName="compNode" presStyleCnt="0"/>
      <dgm:spPr/>
    </dgm:pt>
    <dgm:pt modelId="{16787DAC-4CAD-416A-96DE-CD836F1319A6}" type="pres">
      <dgm:prSet presAssocID="{6FBD8BDE-D38E-4649-8C33-87A2BBD3B106}" presName="node" presStyleLbl="node1" presStyleIdx="0" presStyleCnt="3" custScaleX="2000000" custScaleY="161514" custLinFactNeighborX="629" custLinFactNeighborY="-7042">
        <dgm:presLayoutVars>
          <dgm:bulletEnabled val="1"/>
        </dgm:presLayoutVars>
      </dgm:prSet>
      <dgm:spPr/>
    </dgm:pt>
    <dgm:pt modelId="{8814A0B4-4786-444D-941A-E693CF538C3C}" type="pres">
      <dgm:prSet presAssocID="{6FBD8BDE-D38E-4649-8C33-87A2BBD3B106}" presName="invisiNode" presStyleLbl="node1" presStyleIdx="0" presStyleCnt="3"/>
      <dgm:spPr/>
    </dgm:pt>
    <dgm:pt modelId="{6811FFCE-66D0-42A9-9A17-FA60691EE826}" type="pres">
      <dgm:prSet presAssocID="{6FBD8BDE-D38E-4649-8C33-87A2BBD3B106}" presName="imagNode" presStyleLbl="fgImgPlace1" presStyleIdx="0" presStyleCnt="3" custScaleX="1250026" custScaleY="38252" custLinFactNeighborX="35488" custLinFactNeighborY="-25712"/>
      <dgm:spPr>
        <a:blipFill>
          <a:blip xmlns:r="http://schemas.openxmlformats.org/officeDocument/2006/relationships" r:embed="rId1"/>
          <a:srcRect/>
          <a:stretch>
            <a:fillRect t="-20000" b="-20000"/>
          </a:stretch>
        </a:blipFill>
      </dgm:spPr>
    </dgm:pt>
    <dgm:pt modelId="{4CADE813-4993-4C00-8C38-A3954F3D3E8E}" type="pres">
      <dgm:prSet presAssocID="{DD9EB494-6531-4234-ADBF-152D39CECE96}" presName="sibTrans" presStyleLbl="sibTrans2D1" presStyleIdx="0" presStyleCnt="0"/>
      <dgm:spPr/>
    </dgm:pt>
    <dgm:pt modelId="{109B38B1-885A-4ADA-B06F-E7DC5309425E}" type="pres">
      <dgm:prSet presAssocID="{087F0219-6406-49C5-9610-3D6AC7914E82}" presName="compNode" presStyleCnt="0"/>
      <dgm:spPr/>
    </dgm:pt>
    <dgm:pt modelId="{BA430FA4-8806-4CA8-9BC0-9F1C212982AF}" type="pres">
      <dgm:prSet presAssocID="{087F0219-6406-49C5-9610-3D6AC7914E82}" presName="node" presStyleLbl="node1" presStyleIdx="1" presStyleCnt="3" custScaleX="2000000" custScaleY="161514" custLinFactNeighborX="629" custLinFactNeighborY="-7042">
        <dgm:presLayoutVars>
          <dgm:bulletEnabled val="1"/>
        </dgm:presLayoutVars>
      </dgm:prSet>
      <dgm:spPr/>
    </dgm:pt>
    <dgm:pt modelId="{53DF3E5A-577B-41BD-81B4-B0C09A51233E}" type="pres">
      <dgm:prSet presAssocID="{087F0219-6406-49C5-9610-3D6AC7914E82}" presName="invisiNode" presStyleLbl="node1" presStyleIdx="1" presStyleCnt="3"/>
      <dgm:spPr/>
    </dgm:pt>
    <dgm:pt modelId="{612CA818-A8E0-4443-BCE5-9C04653EFD5A}" type="pres">
      <dgm:prSet presAssocID="{087F0219-6406-49C5-9610-3D6AC7914E82}" presName="imagNode" presStyleLbl="fgImgPlace1" presStyleIdx="1" presStyleCnt="3" custScaleX="1250026" custScaleY="38252" custLinFactNeighborX="-41979" custLinFactNeighborY="-23425"/>
      <dgm:spPr>
        <a:blipFill>
          <a:blip xmlns:r="http://schemas.openxmlformats.org/officeDocument/2006/relationships" r:embed="rId2"/>
          <a:srcRect/>
          <a:stretch>
            <a:fillRect t="-26000" b="-26000"/>
          </a:stretch>
        </a:blipFill>
      </dgm:spPr>
    </dgm:pt>
    <dgm:pt modelId="{1C9654D2-BA0A-41FF-AA5D-39ADE153AFFF}" type="pres">
      <dgm:prSet presAssocID="{E1E197E0-384D-4D6E-BE16-91E53AF31615}" presName="sibTrans" presStyleLbl="sibTrans2D1" presStyleIdx="0" presStyleCnt="0"/>
      <dgm:spPr/>
    </dgm:pt>
    <dgm:pt modelId="{87E32399-4A6A-425C-9FB2-E440E4EF71AA}" type="pres">
      <dgm:prSet presAssocID="{59360058-789E-4E5F-A4CC-EA5F617C22C3}" presName="compNode" presStyleCnt="0"/>
      <dgm:spPr/>
    </dgm:pt>
    <dgm:pt modelId="{511461BF-E66E-45F5-A81B-5C5166581D06}" type="pres">
      <dgm:prSet presAssocID="{59360058-789E-4E5F-A4CC-EA5F617C22C3}" presName="node" presStyleLbl="node1" presStyleIdx="2" presStyleCnt="3" custScaleX="2000000" custScaleY="161514" custLinFactNeighborX="629" custLinFactNeighborY="-7042">
        <dgm:presLayoutVars>
          <dgm:bulletEnabled val="1"/>
        </dgm:presLayoutVars>
      </dgm:prSet>
      <dgm:spPr/>
    </dgm:pt>
    <dgm:pt modelId="{07499A50-7187-46F1-BE1D-882B97DC48FD}" type="pres">
      <dgm:prSet presAssocID="{59360058-789E-4E5F-A4CC-EA5F617C22C3}" presName="invisiNode" presStyleLbl="node1" presStyleIdx="2" presStyleCnt="3"/>
      <dgm:spPr/>
    </dgm:pt>
    <dgm:pt modelId="{E63CDB39-2722-4039-975B-A7F6A7C63A23}" type="pres">
      <dgm:prSet presAssocID="{59360058-789E-4E5F-A4CC-EA5F617C22C3}" presName="imagNode" presStyleLbl="fgImgPlace1" presStyleIdx="2" presStyleCnt="3" custScaleX="1250026" custScaleY="38252" custLinFactX="6467" custLinFactNeighborX="100000" custLinFactNeighborY="-33427"/>
      <dgm:spPr>
        <a:blipFill>
          <a:blip xmlns:r="http://schemas.openxmlformats.org/officeDocument/2006/relationships" r:embed="rId3"/>
          <a:srcRect/>
          <a:stretch>
            <a:fillRect t="-26000" b="-26000"/>
          </a:stretch>
        </a:blipFill>
      </dgm:spPr>
    </dgm:pt>
  </dgm:ptLst>
  <dgm:cxnLst>
    <dgm:cxn modelId="{0B93BB17-9D20-466B-B724-92ED5541796F}" type="presOf" srcId="{E1E197E0-384D-4D6E-BE16-91E53AF31615}" destId="{1C9654D2-BA0A-41FF-AA5D-39ADE153AFFF}" srcOrd="0" destOrd="0" presId="urn:microsoft.com/office/officeart/2005/8/layout/pList2"/>
    <dgm:cxn modelId="{FDC47234-DA51-4E1F-9FDB-B250B609E6B2}" type="presOf" srcId="{087F0219-6406-49C5-9610-3D6AC7914E82}" destId="{BA430FA4-8806-4CA8-9BC0-9F1C212982AF}" srcOrd="0" destOrd="0" presId="urn:microsoft.com/office/officeart/2005/8/layout/pList2"/>
    <dgm:cxn modelId="{6B398E5D-E208-41AC-90CA-884AEA9BFF7A}" srcId="{0A2AEC1C-A9A7-45B2-8944-0246402F71FA}" destId="{59360058-789E-4E5F-A4CC-EA5F617C22C3}" srcOrd="2" destOrd="0" parTransId="{B34EFED3-F974-45E3-9E2D-F2A5DCF97E1E}" sibTransId="{734919F6-B9FC-4D1A-B5D2-1414DF4714E8}"/>
    <dgm:cxn modelId="{11486041-3A82-47C1-8B46-105A4E35C022}" type="presOf" srcId="{DD9EB494-6531-4234-ADBF-152D39CECE96}" destId="{4CADE813-4993-4C00-8C38-A3954F3D3E8E}" srcOrd="0" destOrd="0" presId="urn:microsoft.com/office/officeart/2005/8/layout/pList2"/>
    <dgm:cxn modelId="{A3AADB54-E65D-41E4-A008-1F034BF8D871}" srcId="{0A2AEC1C-A9A7-45B2-8944-0246402F71FA}" destId="{6FBD8BDE-D38E-4649-8C33-87A2BBD3B106}" srcOrd="0" destOrd="0" parTransId="{43D9E64C-E709-4935-B9AE-C3CBCF6F0686}" sibTransId="{DD9EB494-6531-4234-ADBF-152D39CECE96}"/>
    <dgm:cxn modelId="{2B2B7F94-C15D-4E63-A53A-6C8DF964201A}" type="presOf" srcId="{0A2AEC1C-A9A7-45B2-8944-0246402F71FA}" destId="{316CA1EA-9AF5-42DF-B32F-10AA422290E5}" srcOrd="0" destOrd="0" presId="urn:microsoft.com/office/officeart/2005/8/layout/pList2"/>
    <dgm:cxn modelId="{BBBF699E-6C30-40B4-B2B3-B9A24870C673}" srcId="{0A2AEC1C-A9A7-45B2-8944-0246402F71FA}" destId="{087F0219-6406-49C5-9610-3D6AC7914E82}" srcOrd="1" destOrd="0" parTransId="{70AE57F6-9106-466C-9937-898CF5B4AA1A}" sibTransId="{E1E197E0-384D-4D6E-BE16-91E53AF31615}"/>
    <dgm:cxn modelId="{F0FBCBA9-2C9F-40EB-8E60-AB1CABF9D38C}" type="presOf" srcId="{59360058-789E-4E5F-A4CC-EA5F617C22C3}" destId="{511461BF-E66E-45F5-A81B-5C5166581D06}" srcOrd="0" destOrd="0" presId="urn:microsoft.com/office/officeart/2005/8/layout/pList2"/>
    <dgm:cxn modelId="{86F834BC-9E08-4B9F-AA12-CDB5CEE4ED3A}" type="presOf" srcId="{6FBD8BDE-D38E-4649-8C33-87A2BBD3B106}" destId="{16787DAC-4CAD-416A-96DE-CD836F1319A6}" srcOrd="0" destOrd="0" presId="urn:microsoft.com/office/officeart/2005/8/layout/pList2"/>
    <dgm:cxn modelId="{0646E4F6-0D70-43F4-A1BB-DDE045C250B7}" type="presParOf" srcId="{316CA1EA-9AF5-42DF-B32F-10AA422290E5}" destId="{7205293C-FBBB-4059-8982-4CE4EB824DCE}" srcOrd="0" destOrd="0" presId="urn:microsoft.com/office/officeart/2005/8/layout/pList2"/>
    <dgm:cxn modelId="{4E4EB130-79BB-4FCF-AA75-7F7FFF513AEF}" type="presParOf" srcId="{316CA1EA-9AF5-42DF-B32F-10AA422290E5}" destId="{BAABDE5D-E110-4E7D-8C76-BED45C33BF51}" srcOrd="1" destOrd="0" presId="urn:microsoft.com/office/officeart/2005/8/layout/pList2"/>
    <dgm:cxn modelId="{68537392-8511-4007-8F02-FAE9BDB5460C}" type="presParOf" srcId="{BAABDE5D-E110-4E7D-8C76-BED45C33BF51}" destId="{B56E241D-945B-433B-BC7B-C8E26B5E80D0}" srcOrd="0" destOrd="0" presId="urn:microsoft.com/office/officeart/2005/8/layout/pList2"/>
    <dgm:cxn modelId="{F31EEE48-654D-4669-881E-DB5BF41C933A}" type="presParOf" srcId="{B56E241D-945B-433B-BC7B-C8E26B5E80D0}" destId="{16787DAC-4CAD-416A-96DE-CD836F1319A6}" srcOrd="0" destOrd="0" presId="urn:microsoft.com/office/officeart/2005/8/layout/pList2"/>
    <dgm:cxn modelId="{BD87C2CE-C537-4786-A1A5-225D37FE559C}" type="presParOf" srcId="{B56E241D-945B-433B-BC7B-C8E26B5E80D0}" destId="{8814A0B4-4786-444D-941A-E693CF538C3C}" srcOrd="1" destOrd="0" presId="urn:microsoft.com/office/officeart/2005/8/layout/pList2"/>
    <dgm:cxn modelId="{F760C03D-97D0-4AFC-94D6-4C94E5DA75FC}" type="presParOf" srcId="{B56E241D-945B-433B-BC7B-C8E26B5E80D0}" destId="{6811FFCE-66D0-42A9-9A17-FA60691EE826}" srcOrd="2" destOrd="0" presId="urn:microsoft.com/office/officeart/2005/8/layout/pList2"/>
    <dgm:cxn modelId="{FFDE0186-AAC2-4F92-8202-865436020698}" type="presParOf" srcId="{BAABDE5D-E110-4E7D-8C76-BED45C33BF51}" destId="{4CADE813-4993-4C00-8C38-A3954F3D3E8E}" srcOrd="1" destOrd="0" presId="urn:microsoft.com/office/officeart/2005/8/layout/pList2"/>
    <dgm:cxn modelId="{6B6D3E3A-F65C-4D0B-89F3-147979F19D2A}" type="presParOf" srcId="{BAABDE5D-E110-4E7D-8C76-BED45C33BF51}" destId="{109B38B1-885A-4ADA-B06F-E7DC5309425E}" srcOrd="2" destOrd="0" presId="urn:microsoft.com/office/officeart/2005/8/layout/pList2"/>
    <dgm:cxn modelId="{E718A082-1F1B-4719-9152-73001F90EE27}" type="presParOf" srcId="{109B38B1-885A-4ADA-B06F-E7DC5309425E}" destId="{BA430FA4-8806-4CA8-9BC0-9F1C212982AF}" srcOrd="0" destOrd="0" presId="urn:microsoft.com/office/officeart/2005/8/layout/pList2"/>
    <dgm:cxn modelId="{01EBF1C8-3BAB-47BF-9858-2ECC7F227E4C}" type="presParOf" srcId="{109B38B1-885A-4ADA-B06F-E7DC5309425E}" destId="{53DF3E5A-577B-41BD-81B4-B0C09A51233E}" srcOrd="1" destOrd="0" presId="urn:microsoft.com/office/officeart/2005/8/layout/pList2"/>
    <dgm:cxn modelId="{192F15F6-37AC-4B25-B798-A5DE86026A9E}" type="presParOf" srcId="{109B38B1-885A-4ADA-B06F-E7DC5309425E}" destId="{612CA818-A8E0-4443-BCE5-9C04653EFD5A}" srcOrd="2" destOrd="0" presId="urn:microsoft.com/office/officeart/2005/8/layout/pList2"/>
    <dgm:cxn modelId="{0FE63DBF-235F-442F-BB17-F5E2047E9C77}" type="presParOf" srcId="{BAABDE5D-E110-4E7D-8C76-BED45C33BF51}" destId="{1C9654D2-BA0A-41FF-AA5D-39ADE153AFFF}" srcOrd="3" destOrd="0" presId="urn:microsoft.com/office/officeart/2005/8/layout/pList2"/>
    <dgm:cxn modelId="{C57EEB0E-5CA3-4B7F-A338-485BA96F9165}" type="presParOf" srcId="{BAABDE5D-E110-4E7D-8C76-BED45C33BF51}" destId="{87E32399-4A6A-425C-9FB2-E440E4EF71AA}" srcOrd="4" destOrd="0" presId="urn:microsoft.com/office/officeart/2005/8/layout/pList2"/>
    <dgm:cxn modelId="{13C42C16-5E27-4059-B00E-8CA650D43E80}" type="presParOf" srcId="{87E32399-4A6A-425C-9FB2-E440E4EF71AA}" destId="{511461BF-E66E-45F5-A81B-5C5166581D06}" srcOrd="0" destOrd="0" presId="urn:microsoft.com/office/officeart/2005/8/layout/pList2"/>
    <dgm:cxn modelId="{E3558BB4-E610-4EC7-8420-5699A75DC579}" type="presParOf" srcId="{87E32399-4A6A-425C-9FB2-E440E4EF71AA}" destId="{07499A50-7187-46F1-BE1D-882B97DC48FD}" srcOrd="1" destOrd="0" presId="urn:microsoft.com/office/officeart/2005/8/layout/pList2"/>
    <dgm:cxn modelId="{713C96A8-B528-4D9B-9737-2CB559CB9A15}" type="presParOf" srcId="{87E32399-4A6A-425C-9FB2-E440E4EF71AA}" destId="{E63CDB39-2722-4039-975B-A7F6A7C63A23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CEABA1-FAB0-49A8-8D4D-452625827FC4}">
      <dsp:nvSpPr>
        <dsp:cNvPr id="0" name=""/>
        <dsp:cNvSpPr/>
      </dsp:nvSpPr>
      <dsp:spPr>
        <a:xfrm>
          <a:off x="54" y="185997"/>
          <a:ext cx="5169454" cy="61145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1. Advanced Interactivity (The Slicer Logic)</a:t>
          </a:r>
          <a:endParaRPr lang="en-IN" sz="1600" kern="1200" dirty="0"/>
        </a:p>
      </dsp:txBody>
      <dsp:txXfrm>
        <a:off x="54" y="185997"/>
        <a:ext cx="5169454" cy="611454"/>
      </dsp:txXfrm>
    </dsp:sp>
    <dsp:sp modelId="{E7D9C070-1494-4317-AEE3-435E9512F0D6}">
      <dsp:nvSpPr>
        <dsp:cNvPr id="0" name=""/>
        <dsp:cNvSpPr/>
      </dsp:nvSpPr>
      <dsp:spPr>
        <a:xfrm>
          <a:off x="54" y="797452"/>
          <a:ext cx="5169454" cy="35136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Contextual Filtering:</a:t>
          </a:r>
          <a:r>
            <a:rPr lang="en-US" sz="1600" kern="1200" dirty="0"/>
            <a:t> I implemented a </a:t>
          </a:r>
          <a:r>
            <a:rPr lang="en-US" sz="1600" b="1" kern="1200" dirty="0"/>
            <a:t>Match No. Slicer</a:t>
          </a:r>
          <a:r>
            <a:rPr lang="en-US" sz="1600" kern="1200" dirty="0"/>
            <a:t> as the primary driver. Selecting a match triggers a "Ripple Effect" across the dashboard, instantly updating the winner’s logo, final score, and player of the match.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1" kern="1200" dirty="0"/>
            <a:t>Bi-Directional Syncing:</a:t>
          </a:r>
          <a:r>
            <a:rPr lang="en-US" sz="1600" kern="1200" dirty="0"/>
            <a:t> Slicers are synced across multiple pages. For example, selecting </a:t>
          </a:r>
          <a:r>
            <a:rPr lang="en-US" sz="1600" b="1" kern="1200" dirty="0"/>
            <a:t>RCB</a:t>
          </a:r>
          <a:r>
            <a:rPr lang="en-US" sz="1600" kern="1200" dirty="0"/>
            <a:t> on the summary page automatically filters the "Player Performance" page to show only RCB athletes, creating a seamless navigation flow.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1" kern="1200" dirty="0"/>
            <a:t>Cross-Highlighting:</a:t>
          </a:r>
          <a:r>
            <a:rPr lang="en-US" sz="1600" kern="1200" dirty="0"/>
            <a:t> Clicking a specific team in the "Total Runs" bar chart cross-filters other visuals (like the venue performance), allowing users to see where a team was most dominant.</a:t>
          </a:r>
        </a:p>
      </dsp:txBody>
      <dsp:txXfrm>
        <a:off x="54" y="797452"/>
        <a:ext cx="5169454" cy="3513600"/>
      </dsp:txXfrm>
    </dsp:sp>
    <dsp:sp modelId="{10A97B94-B673-4C32-895A-A97EAAF69EB0}">
      <dsp:nvSpPr>
        <dsp:cNvPr id="0" name=""/>
        <dsp:cNvSpPr/>
      </dsp:nvSpPr>
      <dsp:spPr>
        <a:xfrm>
          <a:off x="5893231" y="185997"/>
          <a:ext cx="5169454" cy="611454"/>
        </a:xfrm>
        <a:prstGeom prst="rect">
          <a:avLst/>
        </a:prstGeom>
        <a:solidFill>
          <a:schemeClr val="accent2">
            <a:hueOff val="1149490"/>
            <a:satOff val="-18772"/>
            <a:lumOff val="1176"/>
            <a:alphaOff val="0"/>
          </a:schemeClr>
        </a:solidFill>
        <a:ln w="12700" cap="flat" cmpd="sng" algn="ctr">
          <a:solidFill>
            <a:schemeClr val="accent2">
              <a:hueOff val="1149490"/>
              <a:satOff val="-18772"/>
              <a:lumOff val="1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2. Strategic Design Choices (The "Cricmetrics" Feel)</a:t>
          </a:r>
          <a:endParaRPr lang="en-US" sz="1600" kern="1200" dirty="0"/>
        </a:p>
      </dsp:txBody>
      <dsp:txXfrm>
        <a:off x="5893231" y="185997"/>
        <a:ext cx="5169454" cy="611454"/>
      </dsp:txXfrm>
    </dsp:sp>
    <dsp:sp modelId="{C4AE7A7B-509A-4CED-87AE-1737B8162CE7}">
      <dsp:nvSpPr>
        <dsp:cNvPr id="0" name=""/>
        <dsp:cNvSpPr/>
      </dsp:nvSpPr>
      <dsp:spPr>
        <a:xfrm>
          <a:off x="5893231" y="797452"/>
          <a:ext cx="5169454" cy="3513600"/>
        </a:xfrm>
        <a:prstGeom prst="rect">
          <a:avLst/>
        </a:prstGeom>
        <a:solidFill>
          <a:schemeClr val="accent2">
            <a:tint val="40000"/>
            <a:alpha val="90000"/>
            <a:hueOff val="1492659"/>
            <a:satOff val="-27750"/>
            <a:lumOff val="-129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492659"/>
              <a:satOff val="-27750"/>
              <a:lumOff val="-12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1" kern="1200" dirty="0"/>
            <a:t>Iconography over Text:</a:t>
          </a:r>
          <a:r>
            <a:rPr lang="en-US" sz="1600" kern="1200" dirty="0"/>
            <a:t> Instead of simple tables, we used </a:t>
          </a:r>
          <a:r>
            <a:rPr lang="en-US" sz="1600" b="1" kern="1200" dirty="0"/>
            <a:t>Team Logos</a:t>
          </a:r>
          <a:r>
            <a:rPr lang="en-US" sz="1600" kern="1200" dirty="0"/>
            <a:t> and </a:t>
          </a:r>
          <a:r>
            <a:rPr lang="en-US" sz="1600" b="1" kern="1200" dirty="0"/>
            <a:t>Player Images</a:t>
          </a:r>
          <a:r>
            <a:rPr lang="en-US" sz="1600" kern="1200" dirty="0"/>
            <a:t>. This "Card-First" design approach mimics professional sports apps (like ESPN or </a:t>
          </a:r>
          <a:r>
            <a:rPr lang="en-US" sz="1600" kern="1200" dirty="0" err="1"/>
            <a:t>Cricbuzz</a:t>
          </a:r>
          <a:r>
            <a:rPr lang="en-US" sz="1600" kern="1200" dirty="0"/>
            <a:t>), making the data immediately recognizable.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1" kern="1200" dirty="0"/>
            <a:t>The "Worm Chart" (Line Chart):</a:t>
          </a:r>
          <a:r>
            <a:rPr lang="en-US" sz="1600" kern="1200" dirty="0"/>
            <a:t> I chose this specific visual for innings progression because it effectively communicates the "swing" in momentum—showing exactly where a match was won or lost in the death overs.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1" kern="1200" dirty="0"/>
            <a:t>Color Palette:</a:t>
          </a:r>
          <a:r>
            <a:rPr lang="en-US" sz="1600" kern="1200" dirty="0"/>
            <a:t> I used a high-contrast dark theme with team-specific neon accents. This reduces eye strain and makes the data points "pop" against the custom stadium background.</a:t>
          </a:r>
        </a:p>
      </dsp:txBody>
      <dsp:txXfrm>
        <a:off x="5893231" y="797452"/>
        <a:ext cx="5169454" cy="35136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05293C-FBBB-4059-8982-4CE4EB824DCE}">
      <dsp:nvSpPr>
        <dsp:cNvPr id="0" name=""/>
        <dsp:cNvSpPr/>
      </dsp:nvSpPr>
      <dsp:spPr>
        <a:xfrm>
          <a:off x="4330382" y="1026066"/>
          <a:ext cx="811487" cy="3862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11FFCE-66D0-42A9-9A17-FA60691EE826}">
      <dsp:nvSpPr>
        <dsp:cNvPr id="0" name=""/>
        <dsp:cNvSpPr/>
      </dsp:nvSpPr>
      <dsp:spPr>
        <a:xfrm>
          <a:off x="897288" y="0"/>
          <a:ext cx="1845970" cy="68400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20000" b="-20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787DAC-4CAD-416A-96DE-CD836F1319A6}">
      <dsp:nvSpPr>
        <dsp:cNvPr id="0" name=""/>
        <dsp:cNvSpPr/>
      </dsp:nvSpPr>
      <dsp:spPr>
        <a:xfrm rot="10800000">
          <a:off x="292050" y="853568"/>
          <a:ext cx="2953491" cy="4813548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MV Boli" panose="02000500030200090000" pitchFamily="2" charset="0"/>
              <a:cs typeface="MV Boli" panose="02000500030200090000" pitchFamily="2" charset="0"/>
            </a:rPr>
            <a:t>1. The Individual Dominance (Orange &amp; Purple Caps           		                       The data highlights that while one player can lead the charts, they need team support to win the trophy.                           =&gt;Sai Sudharsan (759 Runs): His data shows incredible consistency, likely anchoring the Gujarat Titans' innings. The high volume of runs suggests a high "Balls Faced" count, making him the tournament's most valuable anchor.		   =&gt;Prasidh (25 Wickets): Leading the Purple Cap race indicates he was highly effective in the Powerplay or Death Overs—the two phases where wickets are hardest to get but most impactful.</a:t>
          </a:r>
          <a:endParaRPr lang="en-IN" sz="1200" b="0" kern="1200" dirty="0">
            <a:latin typeface="MV Boli" panose="02000500030200090000" pitchFamily="2" charset="0"/>
            <a:cs typeface="MV Boli" panose="02000500030200090000" pitchFamily="2" charset="0"/>
          </a:endParaRPr>
        </a:p>
      </dsp:txBody>
      <dsp:txXfrm rot="10800000">
        <a:off x="382880" y="853568"/>
        <a:ext cx="2771831" cy="4722718"/>
      </dsp:txXfrm>
    </dsp:sp>
    <dsp:sp modelId="{612CA818-A8E0-4443-BCE5-9C04653EFD5A}">
      <dsp:nvSpPr>
        <dsp:cNvPr id="0" name=""/>
        <dsp:cNvSpPr/>
      </dsp:nvSpPr>
      <dsp:spPr>
        <a:xfrm>
          <a:off x="3751148" y="0"/>
          <a:ext cx="1845970" cy="68400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26000" b="-2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430FA4-8806-4CA8-9BC0-9F1C212982AF}">
      <dsp:nvSpPr>
        <dsp:cNvPr id="0" name=""/>
        <dsp:cNvSpPr/>
      </dsp:nvSpPr>
      <dsp:spPr>
        <a:xfrm rot="10800000">
          <a:off x="3260309" y="853568"/>
          <a:ext cx="2953491" cy="4813548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MV Boli" panose="02000500030200090000" pitchFamily="2" charset="0"/>
              <a:cs typeface="MV Boli" panose="02000500030200090000" pitchFamily="2" charset="0"/>
            </a:rPr>
            <a:t>2. The Winning Formula: RCB's Path                  					            The data confirms why RCB emerged as the Tournament Winner:                                       =&gt; Death Over Efficiency: If you look at your "Runs by Over" chart, RCB likely shows a spike in the last 5 overs. Winning the final match (Match 74) usually comes down to who handled the pressure of the final 30 balls.                                          =&gt;Boundary Percentage: The "Total Sixes" and "Fours" visuals likely show that the top 3 teams (RCB, SRH, KKR) relied heavily on boundary hitting rather than just strike rotation.</a:t>
          </a:r>
          <a:endParaRPr lang="en-IN" sz="1200" b="0" kern="1200" dirty="0">
            <a:latin typeface="MV Boli" panose="02000500030200090000" pitchFamily="2" charset="0"/>
            <a:cs typeface="MV Boli" panose="02000500030200090000" pitchFamily="2" charset="0"/>
          </a:endParaRPr>
        </a:p>
      </dsp:txBody>
      <dsp:txXfrm rot="10800000">
        <a:off x="3351139" y="853568"/>
        <a:ext cx="2771831" cy="4722718"/>
      </dsp:txXfrm>
    </dsp:sp>
    <dsp:sp modelId="{E63CDB39-2722-4039-975B-A7F6A7C63A23}">
      <dsp:nvSpPr>
        <dsp:cNvPr id="0" name=""/>
        <dsp:cNvSpPr/>
      </dsp:nvSpPr>
      <dsp:spPr>
        <a:xfrm>
          <a:off x="6938625" y="0"/>
          <a:ext cx="1845970" cy="68400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26000" b="-2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1461BF-E66E-45F5-A81B-5C5166581D06}">
      <dsp:nvSpPr>
        <dsp:cNvPr id="0" name=""/>
        <dsp:cNvSpPr/>
      </dsp:nvSpPr>
      <dsp:spPr>
        <a:xfrm rot="10800000">
          <a:off x="6228568" y="853568"/>
          <a:ext cx="2953491" cy="4813548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dirty="0">
              <a:latin typeface="MV Boli" panose="02000500030200090000" pitchFamily="2" charset="0"/>
              <a:cs typeface="MV Boli" panose="02000500030200090000" pitchFamily="2" charset="0"/>
            </a:rPr>
            <a:t>3. Venue &amp; Match Dynamics    					                                 =&gt;</a:t>
          </a:r>
          <a:r>
            <a:rPr lang="en-US" sz="1200" b="0" kern="1200" dirty="0">
              <a:latin typeface="MV Boli" panose="02000500030200090000" pitchFamily="2" charset="0"/>
              <a:cs typeface="MV Boli" panose="02000500030200090000" pitchFamily="2" charset="0"/>
            </a:rPr>
            <a:t>Toss vs. Result: By using your slicers, the data might show that teams chasing had a slight advantage in the 2025 season, or perhaps specific venues (like the final match venue) favored the team batting first.                                                                =&gt;The "Momentum" Shift: Your Worm Chart (Line Chart) for each match tells us that most games were decided between Overs 12 and 16. A dip in the "Worm" usually correlates with a cluster of wickets that slowed down the run rate.</a:t>
          </a:r>
          <a:endParaRPr lang="en-IN" sz="1200" b="0" kern="1200" dirty="0">
            <a:latin typeface="MV Boli" panose="02000500030200090000" pitchFamily="2" charset="0"/>
            <a:cs typeface="MV Boli" panose="02000500030200090000" pitchFamily="2" charset="0"/>
          </a:endParaRPr>
        </a:p>
      </dsp:txBody>
      <dsp:txXfrm rot="10800000">
        <a:off x="6319398" y="853568"/>
        <a:ext cx="2771831" cy="4722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512C529-9357-4C88-89C3-97E781C87F4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8353372-9F02-4B73-A880-D31C00A8F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185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C529-9357-4C88-89C3-97E781C87F4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53372-9F02-4B73-A880-D31C00A8F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874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512C529-9357-4C88-89C3-97E781C87F4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8353372-9F02-4B73-A880-D31C00A8F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812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C529-9357-4C88-89C3-97E781C87F4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53372-9F02-4B73-A880-D31C00A8F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621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C529-9357-4C88-89C3-97E781C87F4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53372-9F02-4B73-A880-D31C00A8F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583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C529-9357-4C88-89C3-97E781C87F4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53372-9F02-4B73-A880-D31C00A8F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027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C529-9357-4C88-89C3-97E781C87F4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53372-9F02-4B73-A880-D31C00A8F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86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C529-9357-4C88-89C3-97E781C87F4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53372-9F02-4B73-A880-D31C00A8F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344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C529-9357-4C88-89C3-97E781C87F4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53372-9F02-4B73-A880-D31C00A8F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644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C529-9357-4C88-89C3-97E781C87F4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53372-9F02-4B73-A880-D31C00A8F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617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512C529-9357-4C88-89C3-97E781C87F4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8353372-9F02-4B73-A880-D31C00A8F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210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512C529-9357-4C88-89C3-97E781C87F4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8353372-9F02-4B73-A880-D31C00A8FCC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5864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512C529-9357-4C88-89C3-97E781C87F4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8353372-9F02-4B73-A880-D31C00A8F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569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C529-9357-4C88-89C3-97E781C87F4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53372-9F02-4B73-A880-D31C00A8F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798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C529-9357-4C88-89C3-97E781C87F4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53372-9F02-4B73-A880-D31C00A8F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666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2C529-9357-4C88-89C3-97E781C87F4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53372-9F02-4B73-A880-D31C00A8F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262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512C529-9357-4C88-89C3-97E781C87F4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8353372-9F02-4B73-A880-D31C00A8F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850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9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2C529-9357-4C88-89C3-97E781C87F44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53372-9F02-4B73-A880-D31C00A8F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4046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1C8CD57-7240-D43A-3E29-B7AAE785209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869429" y="1319527"/>
            <a:ext cx="1107773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Eras Bold ITC" panose="020B0907030504020204" pitchFamily="34" charset="0"/>
              </a:rPr>
              <a:t>Title: </a:t>
            </a:r>
            <a:r>
              <a:rPr lang="en-IN" b="1" dirty="0">
                <a:solidFill>
                  <a:srgbClr val="FF0000"/>
                </a:solidFill>
                <a:latin typeface="Chiller" panose="04020404031007020602" pitchFamily="82" charset="0"/>
              </a:rPr>
              <a:t>Cricmetrics IPL 2025</a:t>
            </a:r>
            <a:br>
              <a:rPr lang="en-IN" sz="1800" b="1" dirty="0">
                <a:solidFill>
                  <a:srgbClr val="FF0000"/>
                </a:solidFill>
                <a:latin typeface="Chiller" panose="04020404031007020602" pitchFamily="82" charset="0"/>
              </a:rPr>
            </a:b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ras Bold ITC" panose="020B0907030504020204" pitchFamily="34" charset="0"/>
              </a:rPr>
              <a:t>Subtitle: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ras Bold ITC" panose="020B0907030504020204" pitchFamily="34" charset="0"/>
              </a:rPr>
              <a:t> </a:t>
            </a:r>
            <a:r>
              <a:rPr lang="en-US" altLang="en-US" sz="2800" cap="none" dirty="0">
                <a:latin typeface="Eras Bold ITC" panose="020B0907030504020204" pitchFamily="34" charset="0"/>
              </a:rPr>
              <a:t> </a:t>
            </a:r>
            <a:r>
              <a:rPr lang="en-US" altLang="en-US" sz="2800" cap="none" dirty="0">
                <a:solidFill>
                  <a:schemeClr val="tx1">
                    <a:lumMod val="95000"/>
                  </a:schemeClr>
                </a:solidFill>
                <a:latin typeface="Book Antiqua" panose="02040602050305030304" pitchFamily="18" charset="0"/>
              </a:rPr>
              <a:t>IPL 2025 Data Insights Dashboard</a:t>
            </a:r>
            <a:br>
              <a:rPr lang="en-US" altLang="en-US" sz="2800" cap="none" dirty="0">
                <a:latin typeface="Arial" panose="020B0604020202020204" pitchFamily="34" charset="0"/>
              </a:rPr>
            </a:b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ras Bold ITC" panose="020B0907030504020204" pitchFamily="34" charset="0"/>
              </a:rPr>
              <a:t>Presented by: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ras Bold ITC" panose="020B0907030504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Laya Shree G (AF05054173)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</a:br>
            <a:r>
              <a:rPr lang="en-US" altLang="en-US" sz="2800" b="1" cap="none" dirty="0">
                <a:latin typeface="Eras Bold ITC" panose="020B0907030504020204" pitchFamily="34" charset="0"/>
              </a:rPr>
              <a:t>Batch code: </a:t>
            </a:r>
            <a:r>
              <a:rPr lang="en-US" altLang="en-US" sz="2800" cap="none" dirty="0">
                <a:latin typeface="Book Antiqua" panose="02040602050305030304" pitchFamily="18" charset="0"/>
              </a:rPr>
              <a:t>ANP-D1536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ras Bold ITC" panose="020B0907030504020204" pitchFamily="34" charset="0"/>
              </a:rPr>
              <a:t>Objective: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ras Bold ITC" panose="020B0907030504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To analyze player and team performance using Power BI to drive data-driven insights in sports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0121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6AB6F-3A1B-3208-0857-328C3D6B9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How can we visualize complex cricket statistics to identify top performers?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34AB9BF-6A86-3308-EB4D-A908290A37C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6977" r="1894"/>
          <a:stretch>
            <a:fillRect/>
          </a:stretch>
        </p:blipFill>
        <p:spPr>
          <a:xfrm>
            <a:off x="7208460" y="1214202"/>
            <a:ext cx="4723710" cy="443708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262637-34B1-BE15-5533-7FB30D14C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 Antiqua" panose="02040602050305030304" pitchFamily="18" charset="0"/>
              </a:rPr>
              <a:t>Tools Used: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 Antiqua" panose="02040602050305030304" pitchFamily="18" charset="0"/>
              </a:rPr>
              <a:t> * 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 Antiqua" panose="02040602050305030304" pitchFamily="18" charset="0"/>
              </a:rPr>
              <a:t>Power BI Desktop: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 Antiqua" panose="02040602050305030304" pitchFamily="18" charset="0"/>
              </a:rPr>
              <a:t> For data modeling and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 Antiqua" panose="02040602050305030304" pitchFamily="18" charset="0"/>
              </a:rPr>
              <a:t>Power Query: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 Antiqua" panose="02040602050305030304" pitchFamily="18" charset="0"/>
              </a:rPr>
              <a:t> For cleaning the IPL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 Antiqua" panose="02040602050305030304" pitchFamily="18" charset="0"/>
              </a:rPr>
              <a:t>DAX (Data Analysis Expressions):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 Antiqua" panose="02040602050305030304" pitchFamily="18" charset="0"/>
              </a:rPr>
              <a:t> For creating custom metrics.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 Antiqua" panose="02040602050305030304" pitchFamily="18" charset="0"/>
              </a:rPr>
              <a:t>Gemini AI: For concepts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2439555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4938F-4565-CE8B-CDCA-C8DC7CF78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390" y="65181"/>
            <a:ext cx="10146186" cy="64413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Architecture (The "Analyst" Part)</a:t>
            </a:r>
            <a:endParaRPr lang="en-IN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6C90A9-ACC9-EACC-8342-BB5068B005F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022905" y="709319"/>
            <a:ext cx="1014515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Sources: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Kaggle Datasets</a:t>
            </a:r>
            <a:r>
              <a:rPr lang="en-US" alt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(https://www.kaggle.com/datasets/krishd123/ipl-2025-records)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Cleaning: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89CA766-F022-3964-BB59-AA6F2AEC5C89}"/>
              </a:ext>
            </a:extLst>
          </p:cNvPr>
          <p:cNvSpPr/>
          <p:nvPr/>
        </p:nvSpPr>
        <p:spPr>
          <a:xfrm>
            <a:off x="1150969" y="1407262"/>
            <a:ext cx="10032339" cy="1170897"/>
          </a:xfrm>
          <a:prstGeom prst="roundRect">
            <a:avLst/>
          </a:prstGeom>
          <a:gradFill>
            <a:gsLst>
              <a:gs pos="97248">
                <a:srgbClr val="0070C0"/>
              </a:gs>
              <a:gs pos="0">
                <a:schemeClr val="accent6">
                  <a:lumMod val="20000"/>
                  <a:lumOff val="80000"/>
                </a:schemeClr>
              </a:gs>
              <a:gs pos="78000">
                <a:schemeClr val="accent6">
                  <a:lumMod val="60000"/>
                  <a:lumOff val="40000"/>
                </a:schemeClr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1. Extraction &amp; Audit</a:t>
            </a:r>
          </a:p>
          <a:p>
            <a:r>
              <a:rPr lang="en-US" b="1" dirty="0">
                <a:solidFill>
                  <a:schemeClr val="bg1"/>
                </a:solidFill>
              </a:rPr>
              <a:t>Initial Load:</a:t>
            </a:r>
            <a:r>
              <a:rPr lang="en-US" dirty="0">
                <a:solidFill>
                  <a:schemeClr val="bg1"/>
                </a:solidFill>
              </a:rPr>
              <a:t> Imported ball-by-ball raw logs for all 74 matches of the 2025 season.</a:t>
            </a:r>
          </a:p>
          <a:p>
            <a:r>
              <a:rPr lang="en-US" b="1" dirty="0">
                <a:solidFill>
                  <a:schemeClr val="bg1"/>
                </a:solidFill>
              </a:rPr>
              <a:t>Null Handling:</a:t>
            </a:r>
            <a:r>
              <a:rPr lang="en-US" dirty="0">
                <a:solidFill>
                  <a:schemeClr val="bg1"/>
                </a:solidFill>
              </a:rPr>
              <a:t> Replaced </a:t>
            </a:r>
            <a:r>
              <a:rPr lang="en-US" dirty="0" err="1">
                <a:solidFill>
                  <a:schemeClr val="bg1"/>
                </a:solidFill>
              </a:rPr>
              <a:t>NaN</a:t>
            </a:r>
            <a:r>
              <a:rPr lang="en-US" dirty="0">
                <a:solidFill>
                  <a:schemeClr val="bg1"/>
                </a:solidFill>
              </a:rPr>
              <a:t> values with </a:t>
            </a:r>
            <a:r>
              <a:rPr lang="en-US" b="1" dirty="0">
                <a:solidFill>
                  <a:schemeClr val="bg1"/>
                </a:solidFill>
              </a:rPr>
              <a:t>0</a:t>
            </a:r>
            <a:r>
              <a:rPr lang="en-US" dirty="0">
                <a:solidFill>
                  <a:schemeClr val="bg1"/>
                </a:solidFill>
              </a:rPr>
              <a:t> in extras columns (</a:t>
            </a:r>
            <a:r>
              <a:rPr lang="en-US" dirty="0" err="1">
                <a:solidFill>
                  <a:schemeClr val="bg1"/>
                </a:solidFill>
              </a:rPr>
              <a:t>wides</a:t>
            </a:r>
            <a:r>
              <a:rPr lang="en-US" dirty="0">
                <a:solidFill>
                  <a:schemeClr val="bg1"/>
                </a:solidFill>
              </a:rPr>
              <a:t>, no-balls) to ensure mathematical accuracy.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787B46-6B39-E95C-9F2B-E14E58AB2137}"/>
              </a:ext>
            </a:extLst>
          </p:cNvPr>
          <p:cNvSpPr/>
          <p:nvPr/>
        </p:nvSpPr>
        <p:spPr>
          <a:xfrm>
            <a:off x="1135979" y="2623557"/>
            <a:ext cx="10032339" cy="1397270"/>
          </a:xfrm>
          <a:prstGeom prst="round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98165">
                <a:srgbClr val="0070C0"/>
              </a:gs>
              <a:gs pos="78000">
                <a:srgbClr val="00B0F0"/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2. Precision Cleaning</a:t>
            </a:r>
          </a:p>
          <a:p>
            <a:r>
              <a:rPr lang="en-IN" b="1" dirty="0">
                <a:solidFill>
                  <a:schemeClr val="bg1"/>
                </a:solidFill>
              </a:rPr>
              <a:t>String Trimming:</a:t>
            </a:r>
            <a:r>
              <a:rPr lang="en-IN" dirty="0">
                <a:solidFill>
                  <a:schemeClr val="bg1"/>
                </a:solidFill>
              </a:rPr>
              <a:t> Applied TRIM functions to striker and </a:t>
            </a:r>
            <a:r>
              <a:rPr lang="en-IN" dirty="0" err="1">
                <a:solidFill>
                  <a:schemeClr val="bg1"/>
                </a:solidFill>
              </a:rPr>
              <a:t>batting_team</a:t>
            </a:r>
            <a:r>
              <a:rPr lang="en-IN" dirty="0">
                <a:solidFill>
                  <a:schemeClr val="bg1"/>
                </a:solidFill>
              </a:rPr>
              <a:t> columns to eliminate hidden spaces that break DAX filters.</a:t>
            </a:r>
          </a:p>
          <a:p>
            <a:r>
              <a:rPr lang="en-IN" b="1" dirty="0">
                <a:solidFill>
                  <a:schemeClr val="bg1"/>
                </a:solidFill>
              </a:rPr>
              <a:t>Naming Consistency:</a:t>
            </a:r>
            <a:r>
              <a:rPr lang="en-IN" dirty="0">
                <a:solidFill>
                  <a:schemeClr val="bg1"/>
                </a:solidFill>
              </a:rPr>
              <a:t> Standardized team names (e.g., mapping "RCB" to "Royal Challengers Bangalore") for 100% accurate relationship mapping.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67B29F-574F-E01B-A0F9-43AA05F51381}"/>
              </a:ext>
            </a:extLst>
          </p:cNvPr>
          <p:cNvSpPr/>
          <p:nvPr/>
        </p:nvSpPr>
        <p:spPr>
          <a:xfrm>
            <a:off x="1078797" y="4054559"/>
            <a:ext cx="10032339" cy="1170897"/>
          </a:xfrm>
          <a:prstGeom prst="roundRect">
            <a:avLst/>
          </a:prstGeom>
          <a:gradFill>
            <a:gsLst>
              <a:gs pos="97000">
                <a:srgbClr val="0070C0"/>
              </a:gs>
              <a:gs pos="0">
                <a:schemeClr val="accent6">
                  <a:lumMod val="20000"/>
                  <a:lumOff val="80000"/>
                </a:schemeClr>
              </a:gs>
              <a:gs pos="78000">
                <a:srgbClr val="00B0F0"/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3. Feature Engineering</a:t>
            </a:r>
          </a:p>
          <a:p>
            <a:r>
              <a:rPr lang="en-US" b="1" dirty="0">
                <a:solidFill>
                  <a:schemeClr val="bg1"/>
                </a:solidFill>
              </a:rPr>
              <a:t>Metric Creation:</a:t>
            </a:r>
            <a:r>
              <a:rPr lang="en-US" dirty="0">
                <a:solidFill>
                  <a:schemeClr val="bg1"/>
                </a:solidFill>
              </a:rPr>
              <a:t> Engineered a Total Runs column by aggregating </a:t>
            </a:r>
            <a:r>
              <a:rPr lang="en-US" dirty="0" err="1">
                <a:solidFill>
                  <a:schemeClr val="bg1"/>
                </a:solidFill>
              </a:rPr>
              <a:t>runs_of_bat</a:t>
            </a:r>
            <a:r>
              <a:rPr lang="en-US" dirty="0">
                <a:solidFill>
                  <a:schemeClr val="bg1"/>
                </a:solidFill>
              </a:rPr>
              <a:t> + extras.</a:t>
            </a:r>
          </a:p>
          <a:p>
            <a:r>
              <a:rPr lang="en-US" b="1" dirty="0">
                <a:solidFill>
                  <a:schemeClr val="bg1"/>
                </a:solidFill>
              </a:rPr>
              <a:t>Wicket Logic:</a:t>
            </a:r>
            <a:r>
              <a:rPr lang="en-US" dirty="0">
                <a:solidFill>
                  <a:schemeClr val="bg1"/>
                </a:solidFill>
              </a:rPr>
              <a:t> Converted </a:t>
            </a:r>
            <a:r>
              <a:rPr lang="en-US" dirty="0" err="1">
                <a:solidFill>
                  <a:schemeClr val="bg1"/>
                </a:solidFill>
              </a:rPr>
              <a:t>wicket_type</a:t>
            </a:r>
            <a:r>
              <a:rPr lang="en-US" dirty="0">
                <a:solidFill>
                  <a:schemeClr val="bg1"/>
                </a:solidFill>
              </a:rPr>
              <a:t> into a binary </a:t>
            </a:r>
            <a:r>
              <a:rPr lang="en-US" b="1" dirty="0">
                <a:solidFill>
                  <a:schemeClr val="bg1"/>
                </a:solidFill>
              </a:rPr>
              <a:t>Wicket Flag (0/1)</a:t>
            </a:r>
            <a:r>
              <a:rPr lang="en-US" dirty="0">
                <a:solidFill>
                  <a:schemeClr val="bg1"/>
                </a:solidFill>
              </a:rPr>
              <a:t> to power the Purple Cap leaderboards and Bowling Strike Rate visuals.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52A2E4-731D-9A62-FCFA-50C101D41090}"/>
              </a:ext>
            </a:extLst>
          </p:cNvPr>
          <p:cNvSpPr/>
          <p:nvPr/>
        </p:nvSpPr>
        <p:spPr>
          <a:xfrm>
            <a:off x="1079310" y="5265085"/>
            <a:ext cx="10032339" cy="1463832"/>
          </a:xfrm>
          <a:prstGeom prst="round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98165">
                <a:srgbClr val="0070C0"/>
              </a:gs>
              <a:gs pos="78000">
                <a:srgbClr val="00B0F0"/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4. Structural Optimization</a:t>
            </a:r>
          </a:p>
          <a:p>
            <a:r>
              <a:rPr lang="en-US" b="1" dirty="0">
                <a:solidFill>
                  <a:schemeClr val="bg1"/>
                </a:solidFill>
              </a:rPr>
              <a:t>Data Typing:</a:t>
            </a:r>
            <a:r>
              <a:rPr lang="en-US" dirty="0">
                <a:solidFill>
                  <a:schemeClr val="bg1"/>
                </a:solidFill>
              </a:rPr>
              <a:t> Converted Date from text to </a:t>
            </a:r>
            <a:r>
              <a:rPr lang="en-US" b="1" dirty="0">
                <a:solidFill>
                  <a:schemeClr val="bg1"/>
                </a:solidFill>
              </a:rPr>
              <a:t>Date format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dirty="0" err="1">
                <a:solidFill>
                  <a:schemeClr val="bg1"/>
                </a:solidFill>
              </a:rPr>
              <a:t>Match_No</a:t>
            </a:r>
            <a:r>
              <a:rPr lang="en-US" dirty="0">
                <a:solidFill>
                  <a:schemeClr val="bg1"/>
                </a:solidFill>
              </a:rPr>
              <a:t> to </a:t>
            </a:r>
            <a:r>
              <a:rPr lang="en-US" b="1" dirty="0">
                <a:solidFill>
                  <a:schemeClr val="bg1"/>
                </a:solidFill>
              </a:rPr>
              <a:t>Whole Number</a:t>
            </a:r>
            <a:r>
              <a:rPr lang="en-US" dirty="0">
                <a:solidFill>
                  <a:schemeClr val="bg1"/>
                </a:solidFill>
              </a:rPr>
              <a:t> to ensure chronological sorting and slicer performance.</a:t>
            </a:r>
          </a:p>
          <a:p>
            <a:r>
              <a:rPr lang="en-US" b="1" dirty="0">
                <a:solidFill>
                  <a:schemeClr val="bg1"/>
                </a:solidFill>
              </a:rPr>
              <a:t>Model Schema:</a:t>
            </a:r>
            <a:r>
              <a:rPr lang="en-US" dirty="0">
                <a:solidFill>
                  <a:schemeClr val="bg1"/>
                </a:solidFill>
              </a:rPr>
              <a:t> Established a one-to-many relationship between the </a:t>
            </a:r>
            <a:r>
              <a:rPr lang="en-US" dirty="0" err="1">
                <a:solidFill>
                  <a:schemeClr val="bg1"/>
                </a:solidFill>
              </a:rPr>
              <a:t>TeamLogos</a:t>
            </a:r>
            <a:r>
              <a:rPr lang="en-US" dirty="0">
                <a:solidFill>
                  <a:schemeClr val="bg1"/>
                </a:solidFill>
              </a:rPr>
              <a:t> table and Deliveries for dynamic image syncing.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CFFEA7-F434-01A0-C085-BA68892A0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672" y="747136"/>
            <a:ext cx="7631865" cy="512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82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3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AB8B-DE60-077A-80EC-9ABE1462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907" y="124817"/>
            <a:ext cx="10146186" cy="614158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Key Performance Indicators (KPIs)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4E915-9B4F-8190-286D-B1E1AF9F1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0553" y="1342386"/>
            <a:ext cx="10144654" cy="99988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Primary Metrics:</a:t>
            </a:r>
            <a:endParaRPr lang="en-US" sz="32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Total Runs: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 Measuring batting dominance.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Boundary Counts: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 Analysis of 4s and 6s.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Bowling Impact: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 Total wickets taken.</a:t>
            </a:r>
          </a:p>
          <a:p>
            <a:endParaRPr lang="en-IN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70EB17-7D9E-668C-6E9C-0E44CABD9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33" y="5590317"/>
            <a:ext cx="6878010" cy="6477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817DEA-8CD9-B24C-B67F-2150C9F86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33" y="4627942"/>
            <a:ext cx="6554115" cy="8192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DC0181-524B-9476-4E3F-30BD0C6FF3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18" y="3945568"/>
            <a:ext cx="6568230" cy="5392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31D6A28-DAD5-3D56-D856-A3B9BBEF84D3}"/>
              </a:ext>
            </a:extLst>
          </p:cNvPr>
          <p:cNvSpPr txBox="1"/>
          <p:nvPr/>
        </p:nvSpPr>
        <p:spPr>
          <a:xfrm>
            <a:off x="7172448" y="4030533"/>
            <a:ext cx="3462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IPL 2025 Tournament Score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EAD6A-1F2C-6115-76AB-5C3CEFA00BE0}"/>
              </a:ext>
            </a:extLst>
          </p:cNvPr>
          <p:cNvSpPr txBox="1"/>
          <p:nvPr/>
        </p:nvSpPr>
        <p:spPr>
          <a:xfrm>
            <a:off x="7315200" y="4852908"/>
            <a:ext cx="3462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IPL 2025 Star Players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1CB1ED-8F8C-8F9B-B15D-7F49F3B2B324}"/>
              </a:ext>
            </a:extLst>
          </p:cNvPr>
          <p:cNvSpPr txBox="1"/>
          <p:nvPr/>
        </p:nvSpPr>
        <p:spPr>
          <a:xfrm>
            <a:off x="7706177" y="5729546"/>
            <a:ext cx="3867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IPL 2025 Champions (RCB) Score</a:t>
            </a:r>
          </a:p>
        </p:txBody>
      </p:sp>
    </p:spTree>
    <p:extLst>
      <p:ext uri="{BB962C8B-B14F-4D97-AF65-F5344CB8AC3E}">
        <p14:creationId xmlns:p14="http://schemas.microsoft.com/office/powerpoint/2010/main" val="1497958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4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6A6DC-8942-2E14-96A7-2400C7497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583" y="240281"/>
            <a:ext cx="10146186" cy="689109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Ultra Bold" panose="020B0A02020104020203" pitchFamily="34" charset="0"/>
              </a:rPr>
              <a:t>Visual Features &amp; Branding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0DF4EB-FEB1-BD6F-CCA5-F4BAF773E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069" y="4835391"/>
            <a:ext cx="3810000" cy="1905000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8EC9DE45-D5E8-9B3B-4948-2EA0BA5EC00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 flipH="1">
            <a:off x="653036" y="1622499"/>
            <a:ext cx="802626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Why use this custom images as background?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C9A6E-F2B1-0F16-62B4-682F37312186}"/>
              </a:ext>
            </a:extLst>
          </p:cNvPr>
          <p:cNvSpPr txBox="1"/>
          <p:nvPr/>
        </p:nvSpPr>
        <p:spPr>
          <a:xfrm>
            <a:off x="889583" y="2698230"/>
            <a:ext cx="690530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chemeClr val="accent3">
                    <a:lumMod val="75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Performance:</a:t>
            </a:r>
            <a:r>
              <a:rPr lang="en-US" altLang="en-US" sz="2000" b="1" dirty="0"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US" altLang="en-US" sz="2000" dirty="0">
                <a:solidFill>
                  <a:schemeClr val="accent3">
                    <a:lumMod val="40000"/>
                    <a:lumOff val="6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It's much faster. One single background image is lighter for Power BI to load than 10 different shapes and text boxes.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chemeClr val="accent3">
                    <a:lumMod val="75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Consistency:</a:t>
            </a:r>
            <a:r>
              <a:rPr lang="en-US" altLang="en-US" sz="2000" dirty="0">
                <a:solidFill>
                  <a:schemeClr val="accent3">
                    <a:lumMod val="75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US" altLang="en-US" sz="2000" dirty="0">
                <a:solidFill>
                  <a:schemeClr val="accent3">
                    <a:lumMod val="40000"/>
                    <a:lumOff val="6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Your borders, headers, and logos stay perfectly aligned and cannot be accidentally moved while you're editing charts.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chemeClr val="accent3">
                    <a:lumMod val="75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Branding:</a:t>
            </a:r>
            <a:r>
              <a:rPr lang="en-US" altLang="en-US" sz="2000" dirty="0">
                <a:solidFill>
                  <a:schemeClr val="accent3">
                    <a:lumMod val="75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lang="en-US" altLang="en-US" sz="2000" dirty="0">
                <a:solidFill>
                  <a:schemeClr val="accent3">
                    <a:lumMod val="40000"/>
                    <a:lumOff val="60000"/>
                  </a:schemeClr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It allows you to use your team’s exact hex colors and high-quality textures that Power BI’s built-in shapes can't replicate.</a:t>
            </a:r>
          </a:p>
          <a:p>
            <a:endParaRPr lang="en-IN" sz="20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045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DCD01-0D20-3A3B-8334-CAB17FCB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372" y="194873"/>
            <a:ext cx="10023256" cy="1004340"/>
          </a:xfr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n-IN" sz="6000" dirty="0">
                <a:solidFill>
                  <a:schemeClr val="accent3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User Experience &amp; Design Strategy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DE47BBE-0C2A-3205-6B14-B1E33F3836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5459248"/>
              </p:ext>
            </p:extLst>
          </p:nvPr>
        </p:nvGraphicFramePr>
        <p:xfrm>
          <a:off x="564630" y="1484026"/>
          <a:ext cx="11062740" cy="4497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8983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Graphic spid="8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EABA-A522-F11A-68BE-DAA71CC04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377" y="177061"/>
            <a:ext cx="10146186" cy="734079"/>
          </a:xfrm>
        </p:spPr>
        <p:txBody>
          <a:bodyPr/>
          <a:lstStyle/>
          <a:p>
            <a:pPr algn="ctr"/>
            <a:r>
              <a:rPr lang="en-US" dirty="0">
                <a:latin typeface="Bodoni MT Black" panose="02070A03080606020203" pitchFamily="18" charset="0"/>
              </a:rPr>
              <a:t>Key Insights (The "Business" Part)</a:t>
            </a:r>
            <a:endParaRPr lang="en-IN" dirty="0">
              <a:latin typeface="Bodoni MT Black" panose="02070A03080606020203" pitchFamily="18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2714103-16E2-D090-8A14-C9462A95EC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046727"/>
              </p:ext>
            </p:extLst>
          </p:nvPr>
        </p:nvGraphicFramePr>
        <p:xfrm>
          <a:off x="1541343" y="907880"/>
          <a:ext cx="947225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304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8C3F4-A90C-5CC2-B2C0-1031F3400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728" y="375193"/>
            <a:ext cx="8104543" cy="554197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3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Key Learning Outcomes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C94E82-223C-2B91-1A9A-A25BA1B7CA4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35484" y="1356326"/>
            <a:ext cx="1047527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DAX Proficiency: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Moved beyond basic sums to complex logic, including variables (VAR/RETURN) and filter context manipulation.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UI/UX Design: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Learned that a dashboard must be "intuitive." Using custom stadium backgrounds and team icons improved user engagement compared to standard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End-to-End Analyst Workflow: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Gained experience in the full lifecycle of a project—from raw CSV cleaning to delivering a "Boardroom-ready" presentation.</a:t>
            </a:r>
          </a:p>
        </p:txBody>
      </p:sp>
    </p:spTree>
    <p:extLst>
      <p:ext uri="{BB962C8B-B14F-4D97-AF65-F5344CB8AC3E}">
        <p14:creationId xmlns:p14="http://schemas.microsoft.com/office/powerpoint/2010/main" val="899359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ADE9C-C770-1052-79DD-E402EFB67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67411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The Value of Cricmetrics 2025</a:t>
            </a:r>
            <a:endParaRPr lang="en-IN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E18E4F-D90A-8F08-8128-3782B2AD75F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081536" y="2242029"/>
            <a:ext cx="1002892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Actionable Insights: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This dashboard transforms 15,000+ rows of raw ball-by-ball data into clear insights, identifying that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RCB’s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victory was driven by specific high-pressure performance metrics.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Scalability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The architecture is built to be "future-proof." By simply swapping the CSV file, this dashboard can analyze any future IPL season or domestic league.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Decision Support: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V Boli" panose="02000500030200090000" pitchFamily="2" charset="0"/>
                <a:cs typeface="MV Boli" panose="02000500030200090000" pitchFamily="2" charset="0"/>
              </a:rPr>
              <a:t>It demonstrates how sports franchises can use data to evaluate player consistency (like Sai Sudharsan) and bowling impact (like Prasidh) for better auction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1713884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291</TotalTime>
  <Words>1230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Algerian</vt:lpstr>
      <vt:lpstr>Arial</vt:lpstr>
      <vt:lpstr>Bodoni MT Black</vt:lpstr>
      <vt:lpstr>Book Antiqua</vt:lpstr>
      <vt:lpstr>Century Gothic</vt:lpstr>
      <vt:lpstr>Chiller</vt:lpstr>
      <vt:lpstr>Eras Bold ITC</vt:lpstr>
      <vt:lpstr>Gill Sans Ultra Bold</vt:lpstr>
      <vt:lpstr>Microsoft Himalaya</vt:lpstr>
      <vt:lpstr>MV Boli</vt:lpstr>
      <vt:lpstr>Wingdings</vt:lpstr>
      <vt:lpstr>Vapor Trail</vt:lpstr>
      <vt:lpstr>Title: Cricmetrics IPL 2025 Subtitle:  IPL 2025 Data Insights Dashboard Presented by: Laya Shree G (AF05054173) Batch code: ANP-D1536 Objective: To analyze player and team performance using Power BI to drive data-driven insights in sports.</vt:lpstr>
      <vt:lpstr>How can we visualize complex cricket statistics to identify top performers?</vt:lpstr>
      <vt:lpstr>Data Architecture (The "Analyst" Part)</vt:lpstr>
      <vt:lpstr>Key Performance Indicators (KPIs)</vt:lpstr>
      <vt:lpstr>Visual Features &amp; Branding</vt:lpstr>
      <vt:lpstr>User Experience &amp; Design Strategy</vt:lpstr>
      <vt:lpstr>Key Insights (The "Business" Part)</vt:lpstr>
      <vt:lpstr>Key Learning Outcomes</vt:lpstr>
      <vt:lpstr>The Value of Cricmetrics 2025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Laya Shree</dc:creator>
  <cp:lastModifiedBy>Laya Shree</cp:lastModifiedBy>
  <cp:revision>1</cp:revision>
  <dcterms:created xsi:type="dcterms:W3CDTF">2026-02-13T01:20:29Z</dcterms:created>
  <dcterms:modified xsi:type="dcterms:W3CDTF">2026-02-15T08:25:15Z</dcterms:modified>
</cp:coreProperties>
</file>